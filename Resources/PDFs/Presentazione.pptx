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7"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10287000" cx="18288000"/>
  <p:notesSz cx="6858000" cy="9144000"/>
  <p:embeddedFontLst>
    <p:embeddedFont>
      <p:font typeface="Archivo Black"/>
      <p:regular r:id="rId25"/>
    </p:embeddedFont>
    <p:embeddedFont>
      <p:font typeface="Open Sans"/>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CCA53EE-7769-41B1-AFAA-EF9323C25393}">
  <a:tblStyle styleId="{DCCA53EE-7769-41B1-AFAA-EF9323C2539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OpenSans-regular.fntdata"/><Relationship Id="rId25" Type="http://schemas.openxmlformats.org/officeDocument/2006/relationships/font" Target="fonts/ArchivoBlack-regular.fntdata"/><Relationship Id="rId28" Type="http://schemas.openxmlformats.org/officeDocument/2006/relationships/font" Target="fonts/OpenSans-italic.fntdata"/><Relationship Id="rId27" Type="http://schemas.openxmlformats.org/officeDocument/2006/relationships/font" Target="fonts/OpenSans-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OpenSans-boldItalic.fnt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1b70a28825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g31b70a28825_0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0ccb0b49ca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g30ccb0b49ca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235739017b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g3235739017b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1b70a28825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g31b70a28825_0_1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1b70a28825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g31b70a28825_0_2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1b70a28825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g31b70a28825_0_2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235739017b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g3235739017b_0_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3235739017b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g3235739017b_0_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31b70a28825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g31b70a28825_0_2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31b70a28825_0_3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g31b70a28825_0_3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1b8c4fe846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g31b8c4fe846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 name="Shape 8"/>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3"/>
          <p:cNvSpPr txBox="1"/>
          <p:nvPr>
            <p:ph type="ctrTitle"/>
          </p:nvPr>
        </p:nvSpPr>
        <p:spPr>
          <a:xfrm>
            <a:off x="1648625" y="1443475"/>
            <a:ext cx="10834800" cy="1470000"/>
          </a:xfrm>
          <a:prstGeom prst="rect">
            <a:avLst/>
          </a:prstGeom>
          <a:noFill/>
          <a:ln>
            <a:noFill/>
          </a:ln>
        </p:spPr>
        <p:txBody>
          <a:bodyPr anchorCtr="0" anchor="ctr" bIns="45700" lIns="91425" spcFirstLastPara="1" rIns="91425" wrap="square" tIns="45700">
            <a:normAutofit/>
          </a:bodyPr>
          <a:lstStyle>
            <a:lvl1pPr lvl="0">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 name="Google Shape;11;p3"/>
          <p:cNvSpPr txBox="1"/>
          <p:nvPr>
            <p:ph idx="1" type="subTitle"/>
          </p:nvPr>
        </p:nvSpPr>
        <p:spPr>
          <a:xfrm>
            <a:off x="5611050" y="4788450"/>
            <a:ext cx="70659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SzPts val="3200"/>
              <a:buNone/>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2" name="Google Shape;12;p3"/>
          <p:cNvSpPr/>
          <p:nvPr/>
        </p:nvSpPr>
        <p:spPr>
          <a:xfrm rot="5400000">
            <a:off x="16469565" y="8944212"/>
            <a:ext cx="475647" cy="1103822"/>
          </a:xfrm>
          <a:custGeom>
            <a:rect b="b" l="l" r="r" t="t"/>
            <a:pathLst>
              <a:path extrusionOk="0" h="1103822" w="475647">
                <a:moveTo>
                  <a:pt x="0" y="0"/>
                </a:moveTo>
                <a:lnTo>
                  <a:pt x="475647" y="0"/>
                </a:lnTo>
                <a:lnTo>
                  <a:pt x="475647" y="1103823"/>
                </a:lnTo>
                <a:lnTo>
                  <a:pt x="0" y="1103823"/>
                </a:lnTo>
                <a:lnTo>
                  <a:pt x="0" y="0"/>
                </a:lnTo>
                <a:close/>
              </a:path>
            </a:pathLst>
          </a:custGeom>
          <a:blipFill rotWithShape="1">
            <a:blip r:embed="rId2">
              <a:alphaModFix/>
            </a:blip>
            <a:stretch>
              <a:fillRect b="0" l="0" r="0" t="0"/>
            </a:stretch>
          </a:blipFill>
          <a:ln>
            <a:noFill/>
          </a:ln>
        </p:spPr>
      </p:sp>
      <p:sp>
        <p:nvSpPr>
          <p:cNvPr id="13" name="Google Shape;13;p3"/>
          <p:cNvSpPr/>
          <p:nvPr/>
        </p:nvSpPr>
        <p:spPr>
          <a:xfrm rot="-5400000">
            <a:off x="1342788" y="8944212"/>
            <a:ext cx="475647" cy="1103822"/>
          </a:xfrm>
          <a:custGeom>
            <a:rect b="b" l="l" r="r" t="t"/>
            <a:pathLst>
              <a:path extrusionOk="0" h="1103822" w="475647">
                <a:moveTo>
                  <a:pt x="0" y="0"/>
                </a:moveTo>
                <a:lnTo>
                  <a:pt x="475647" y="0"/>
                </a:lnTo>
                <a:lnTo>
                  <a:pt x="475647" y="1103823"/>
                </a:lnTo>
                <a:lnTo>
                  <a:pt x="0" y="1103823"/>
                </a:lnTo>
                <a:lnTo>
                  <a:pt x="0" y="0"/>
                </a:lnTo>
                <a:close/>
              </a:path>
            </a:pathLst>
          </a:custGeom>
          <a:blipFill rotWithShape="1">
            <a:blip r:embed="rId2">
              <a:alphaModFix/>
            </a:blip>
            <a:stretch>
              <a:fillRect b="0" l="0" r="0" t="0"/>
            </a:stretch>
          </a:blipFill>
          <a:ln>
            <a:noFill/>
          </a:ln>
        </p:spPr>
      </p:sp>
      <p:pic>
        <p:nvPicPr>
          <p:cNvPr id="14" name="Google Shape;14;p3"/>
          <p:cNvPicPr preferRelativeResize="0"/>
          <p:nvPr/>
        </p:nvPicPr>
        <p:blipFill>
          <a:blip r:embed="rId3">
            <a:alphaModFix/>
          </a:blip>
          <a:stretch>
            <a:fillRect/>
          </a:stretch>
        </p:blipFill>
        <p:spPr>
          <a:xfrm>
            <a:off x="17447675" y="6541045"/>
            <a:ext cx="1614950" cy="1492604"/>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4"/>
          <p:cNvSpPr txBox="1"/>
          <p:nvPr>
            <p:ph type="title"/>
          </p:nvPr>
        </p:nvSpPr>
        <p:spPr>
          <a:xfrm>
            <a:off x="1667425" y="1562950"/>
            <a:ext cx="10555800" cy="1143000"/>
          </a:xfrm>
          <a:prstGeom prst="rect">
            <a:avLst/>
          </a:prstGeom>
          <a:noFill/>
          <a:ln>
            <a:noFill/>
          </a:ln>
        </p:spPr>
        <p:txBody>
          <a:bodyPr anchorCtr="0" anchor="ctr" bIns="45700" lIns="91425" spcFirstLastPara="1" rIns="91425" wrap="square" tIns="45700">
            <a:normAutofit/>
          </a:bodyPr>
          <a:lstStyle>
            <a:lvl1pPr lvl="0">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
          <p:cNvSpPr txBox="1"/>
          <p:nvPr>
            <p:ph idx="1" type="body"/>
          </p:nvPr>
        </p:nvSpPr>
        <p:spPr>
          <a:xfrm>
            <a:off x="5759400" y="3805950"/>
            <a:ext cx="6769200" cy="45261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8" name="Google Shape;18;p4"/>
          <p:cNvSpPr/>
          <p:nvPr/>
        </p:nvSpPr>
        <p:spPr>
          <a:xfrm rot="-5400000">
            <a:off x="1618113" y="8944212"/>
            <a:ext cx="475647" cy="1103822"/>
          </a:xfrm>
          <a:custGeom>
            <a:rect b="b" l="l" r="r" t="t"/>
            <a:pathLst>
              <a:path extrusionOk="0" h="1103822" w="475647">
                <a:moveTo>
                  <a:pt x="0" y="0"/>
                </a:moveTo>
                <a:lnTo>
                  <a:pt x="475647" y="0"/>
                </a:lnTo>
                <a:lnTo>
                  <a:pt x="475647" y="1103823"/>
                </a:lnTo>
                <a:lnTo>
                  <a:pt x="0" y="1103823"/>
                </a:lnTo>
                <a:lnTo>
                  <a:pt x="0" y="0"/>
                </a:lnTo>
                <a:close/>
              </a:path>
            </a:pathLst>
          </a:custGeom>
          <a:blipFill rotWithShape="1">
            <a:blip r:embed="rId2">
              <a:alphaModFix/>
            </a:blip>
            <a:stretch>
              <a:fillRect b="0" l="0" r="0" t="0"/>
            </a:stretch>
          </a:blipFill>
          <a:ln>
            <a:noFill/>
          </a:ln>
        </p:spPr>
      </p:sp>
      <p:sp>
        <p:nvSpPr>
          <p:cNvPr id="19" name="Google Shape;19;p4"/>
          <p:cNvSpPr/>
          <p:nvPr/>
        </p:nvSpPr>
        <p:spPr>
          <a:xfrm rot="5400000">
            <a:off x="16744890" y="863609"/>
            <a:ext cx="475647" cy="1103822"/>
          </a:xfrm>
          <a:custGeom>
            <a:rect b="b" l="l" r="r" t="t"/>
            <a:pathLst>
              <a:path extrusionOk="0" h="1103822" w="475647">
                <a:moveTo>
                  <a:pt x="0" y="0"/>
                </a:moveTo>
                <a:lnTo>
                  <a:pt x="475647" y="0"/>
                </a:lnTo>
                <a:lnTo>
                  <a:pt x="475647" y="1103822"/>
                </a:lnTo>
                <a:lnTo>
                  <a:pt x="0" y="1103822"/>
                </a:lnTo>
                <a:lnTo>
                  <a:pt x="0" y="0"/>
                </a:lnTo>
                <a:close/>
              </a:path>
            </a:pathLst>
          </a:custGeom>
          <a:blipFill rotWithShape="1">
            <a:blip r:embed="rId2">
              <a:alphaModFix/>
            </a:blip>
            <a:stretch>
              <a:fillRect b="0" l="0" r="0" t="0"/>
            </a:stretch>
          </a:blipFill>
          <a:ln>
            <a:noFill/>
          </a:ln>
        </p:spPr>
      </p:sp>
      <p:pic>
        <p:nvPicPr>
          <p:cNvPr id="20" name="Google Shape;20;p4"/>
          <p:cNvPicPr preferRelativeResize="0"/>
          <p:nvPr/>
        </p:nvPicPr>
        <p:blipFill>
          <a:blip r:embed="rId3">
            <a:alphaModFix/>
          </a:blip>
          <a:stretch>
            <a:fillRect/>
          </a:stretch>
        </p:blipFill>
        <p:spPr>
          <a:xfrm>
            <a:off x="17534625" y="6962976"/>
            <a:ext cx="1948877" cy="179272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5"/>
          <p:cNvSpPr txBox="1"/>
          <p:nvPr>
            <p:ph type="title"/>
          </p:nvPr>
        </p:nvSpPr>
        <p:spPr>
          <a:xfrm>
            <a:off x="1634130" y="1049450"/>
            <a:ext cx="10993500" cy="13620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7000"/>
              <a:buFont typeface="Calibri"/>
              <a:buNone/>
              <a:defRPr b="1" cap="none"/>
            </a:lvl1pPr>
            <a:lvl2pPr lvl="1">
              <a:spcBef>
                <a:spcPts val="0"/>
              </a:spcBef>
              <a:spcAft>
                <a:spcPts val="0"/>
              </a:spcAft>
              <a:buSzPts val="7000"/>
              <a:buNone/>
              <a:defRPr sz="7000"/>
            </a:lvl2pPr>
            <a:lvl3pPr lvl="2">
              <a:spcBef>
                <a:spcPts val="0"/>
              </a:spcBef>
              <a:spcAft>
                <a:spcPts val="0"/>
              </a:spcAft>
              <a:buSzPts val="7000"/>
              <a:buNone/>
              <a:defRPr sz="7000"/>
            </a:lvl3pPr>
            <a:lvl4pPr lvl="3">
              <a:spcBef>
                <a:spcPts val="0"/>
              </a:spcBef>
              <a:spcAft>
                <a:spcPts val="0"/>
              </a:spcAft>
              <a:buSzPts val="7000"/>
              <a:buNone/>
              <a:defRPr sz="7000"/>
            </a:lvl4pPr>
            <a:lvl5pPr lvl="4">
              <a:spcBef>
                <a:spcPts val="0"/>
              </a:spcBef>
              <a:spcAft>
                <a:spcPts val="0"/>
              </a:spcAft>
              <a:buSzPts val="7000"/>
              <a:buNone/>
              <a:defRPr sz="7000"/>
            </a:lvl5pPr>
            <a:lvl6pPr lvl="5">
              <a:spcBef>
                <a:spcPts val="0"/>
              </a:spcBef>
              <a:spcAft>
                <a:spcPts val="0"/>
              </a:spcAft>
              <a:buSzPts val="7000"/>
              <a:buNone/>
              <a:defRPr sz="7000"/>
            </a:lvl6pPr>
            <a:lvl7pPr lvl="6">
              <a:spcBef>
                <a:spcPts val="0"/>
              </a:spcBef>
              <a:spcAft>
                <a:spcPts val="0"/>
              </a:spcAft>
              <a:buSzPts val="7000"/>
              <a:buNone/>
              <a:defRPr sz="7000"/>
            </a:lvl7pPr>
            <a:lvl8pPr lvl="7">
              <a:spcBef>
                <a:spcPts val="0"/>
              </a:spcBef>
              <a:spcAft>
                <a:spcPts val="0"/>
              </a:spcAft>
              <a:buSzPts val="7000"/>
              <a:buNone/>
              <a:defRPr sz="7000"/>
            </a:lvl8pPr>
            <a:lvl9pPr lvl="8">
              <a:spcBef>
                <a:spcPts val="0"/>
              </a:spcBef>
              <a:spcAft>
                <a:spcPts val="0"/>
              </a:spcAft>
              <a:buSzPts val="7000"/>
              <a:buNone/>
              <a:defRPr sz="7000"/>
            </a:lvl9pPr>
          </a:lstStyle>
          <a:p/>
        </p:txBody>
      </p:sp>
      <p:sp>
        <p:nvSpPr>
          <p:cNvPr id="23" name="Google Shape;23;p5"/>
          <p:cNvSpPr txBox="1"/>
          <p:nvPr>
            <p:ph idx="1" type="body"/>
          </p:nvPr>
        </p:nvSpPr>
        <p:spPr>
          <a:xfrm>
            <a:off x="5082088" y="6049413"/>
            <a:ext cx="7772400" cy="150030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SzPts val="2400"/>
              <a:buNone/>
              <a:defRPr/>
            </a:lvl1pPr>
            <a:lvl2pPr indent="-228600" lvl="1" marL="914400" algn="l">
              <a:spcBef>
                <a:spcPts val="360"/>
              </a:spcBef>
              <a:spcAft>
                <a:spcPts val="0"/>
              </a:spcAft>
              <a:buSzPts val="2400"/>
              <a:buNone/>
              <a:defRPr/>
            </a:lvl2pPr>
            <a:lvl3pPr indent="-228600" lvl="2" marL="1371600" algn="l">
              <a:spcBef>
                <a:spcPts val="320"/>
              </a:spcBef>
              <a:spcAft>
                <a:spcPts val="0"/>
              </a:spcAft>
              <a:buSzPts val="2400"/>
              <a:buNone/>
              <a:defRPr/>
            </a:lvl3pPr>
            <a:lvl4pPr indent="-228600" lvl="3" marL="1828800" algn="l">
              <a:spcBef>
                <a:spcPts val="280"/>
              </a:spcBef>
              <a:spcAft>
                <a:spcPts val="0"/>
              </a:spcAft>
              <a:buSzPts val="2400"/>
              <a:buNone/>
              <a:defRPr/>
            </a:lvl4pPr>
            <a:lvl5pPr indent="-228600" lvl="4" marL="2286000" algn="l">
              <a:spcBef>
                <a:spcPts val="280"/>
              </a:spcBef>
              <a:spcAft>
                <a:spcPts val="0"/>
              </a:spcAft>
              <a:buSzPts val="2400"/>
              <a:buNone/>
              <a:defRPr/>
            </a:lvl5pPr>
            <a:lvl6pPr indent="-228600" lvl="5" marL="2743200" algn="l">
              <a:spcBef>
                <a:spcPts val="280"/>
              </a:spcBef>
              <a:spcAft>
                <a:spcPts val="0"/>
              </a:spcAft>
              <a:buSzPts val="2400"/>
              <a:buNone/>
              <a:defRPr/>
            </a:lvl6pPr>
            <a:lvl7pPr indent="-228600" lvl="6" marL="3200400" algn="l">
              <a:spcBef>
                <a:spcPts val="280"/>
              </a:spcBef>
              <a:spcAft>
                <a:spcPts val="0"/>
              </a:spcAft>
              <a:buSzPts val="2400"/>
              <a:buNone/>
              <a:defRPr/>
            </a:lvl7pPr>
            <a:lvl8pPr indent="-228600" lvl="7" marL="3657600" algn="l">
              <a:spcBef>
                <a:spcPts val="280"/>
              </a:spcBef>
              <a:spcAft>
                <a:spcPts val="0"/>
              </a:spcAft>
              <a:buSzPts val="2400"/>
              <a:buNone/>
              <a:defRPr/>
            </a:lvl8pPr>
            <a:lvl9pPr indent="-228600" lvl="8" marL="4114800" algn="l">
              <a:spcBef>
                <a:spcPts val="280"/>
              </a:spcBef>
              <a:spcAft>
                <a:spcPts val="0"/>
              </a:spcAft>
              <a:buSzPts val="2400"/>
              <a:buNone/>
              <a:defRPr/>
            </a:lvl9pPr>
          </a:lstStyle>
          <a:p/>
        </p:txBody>
      </p:sp>
      <p:sp>
        <p:nvSpPr>
          <p:cNvPr id="24" name="Google Shape;24;p5"/>
          <p:cNvSpPr/>
          <p:nvPr/>
        </p:nvSpPr>
        <p:spPr>
          <a:xfrm rot="5400000">
            <a:off x="16469565" y="8944212"/>
            <a:ext cx="475647" cy="1103822"/>
          </a:xfrm>
          <a:custGeom>
            <a:rect b="b" l="l" r="r" t="t"/>
            <a:pathLst>
              <a:path extrusionOk="0" h="1103822" w="475647">
                <a:moveTo>
                  <a:pt x="0" y="0"/>
                </a:moveTo>
                <a:lnTo>
                  <a:pt x="475647" y="0"/>
                </a:lnTo>
                <a:lnTo>
                  <a:pt x="475647" y="1103823"/>
                </a:lnTo>
                <a:lnTo>
                  <a:pt x="0" y="1103823"/>
                </a:lnTo>
                <a:lnTo>
                  <a:pt x="0" y="0"/>
                </a:lnTo>
                <a:close/>
              </a:path>
            </a:pathLst>
          </a:custGeom>
          <a:blipFill rotWithShape="1">
            <a:blip r:embed="rId2">
              <a:alphaModFix/>
            </a:blip>
            <a:stretch>
              <a:fillRect b="0" l="0" r="0" t="0"/>
            </a:stretch>
          </a:blipFill>
          <a:ln>
            <a:noFill/>
          </a:ln>
        </p:spPr>
      </p:sp>
      <p:sp>
        <p:nvSpPr>
          <p:cNvPr id="25" name="Google Shape;25;p5"/>
          <p:cNvSpPr/>
          <p:nvPr/>
        </p:nvSpPr>
        <p:spPr>
          <a:xfrm rot="-5400000">
            <a:off x="1089908" y="8911439"/>
            <a:ext cx="495386" cy="1149630"/>
          </a:xfrm>
          <a:custGeom>
            <a:rect b="b" l="l" r="r" t="t"/>
            <a:pathLst>
              <a:path extrusionOk="0" h="1149630" w="495386">
                <a:moveTo>
                  <a:pt x="0" y="0"/>
                </a:moveTo>
                <a:lnTo>
                  <a:pt x="495386" y="0"/>
                </a:lnTo>
                <a:lnTo>
                  <a:pt x="495386" y="1149630"/>
                </a:lnTo>
                <a:lnTo>
                  <a:pt x="0" y="1149630"/>
                </a:lnTo>
                <a:lnTo>
                  <a:pt x="0" y="0"/>
                </a:lnTo>
                <a:close/>
              </a:path>
            </a:pathLst>
          </a:custGeom>
          <a:blipFill rotWithShape="1">
            <a:blip r:embed="rId2">
              <a:alphaModFix/>
            </a:blip>
            <a:stretch>
              <a:fillRect b="0" l="0" r="0" t="0"/>
            </a:stretch>
          </a:blip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6" name="Shape 26"/>
        <p:cNvGrpSpPr/>
        <p:nvPr/>
      </p:nvGrpSpPr>
      <p:grpSpPr>
        <a:xfrm>
          <a:off x="0" y="0"/>
          <a:ext cx="0" cy="0"/>
          <a:chOff x="0" y="0"/>
          <a:chExt cx="0" cy="0"/>
        </a:xfrm>
      </p:grpSpPr>
      <p:sp>
        <p:nvSpPr>
          <p:cNvPr id="27" name="Google Shape;27;p6"/>
          <p:cNvSpPr txBox="1"/>
          <p:nvPr>
            <p:ph type="title"/>
          </p:nvPr>
        </p:nvSpPr>
        <p:spPr>
          <a:xfrm>
            <a:off x="1667425" y="1562950"/>
            <a:ext cx="10555800" cy="1143000"/>
          </a:xfrm>
          <a:prstGeom prst="rect">
            <a:avLst/>
          </a:prstGeom>
          <a:noFill/>
          <a:ln>
            <a:noFill/>
          </a:ln>
        </p:spPr>
        <p:txBody>
          <a:bodyPr anchorCtr="0" anchor="ctr" bIns="45700" lIns="91425" spcFirstLastPara="1" rIns="91425" wrap="square" tIns="45700">
            <a:normAutofit/>
          </a:bodyPr>
          <a:lstStyle>
            <a:lvl1pPr lvl="0">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6"/>
          <p:cNvSpPr txBox="1"/>
          <p:nvPr>
            <p:ph idx="1" type="body"/>
          </p:nvPr>
        </p:nvSpPr>
        <p:spPr>
          <a:xfrm>
            <a:off x="3866125" y="4274425"/>
            <a:ext cx="5180100" cy="4526100"/>
          </a:xfrm>
          <a:prstGeom prst="rect">
            <a:avLst/>
          </a:prstGeom>
          <a:noFill/>
          <a:ln>
            <a:noFill/>
          </a:ln>
        </p:spPr>
        <p:txBody>
          <a:bodyPr anchorCtr="0" anchor="t" bIns="45700" lIns="91425" spcFirstLastPara="1" rIns="91425" wrap="square" tIns="45700">
            <a:normAutofit/>
          </a:bodyPr>
          <a:lstStyle>
            <a:lvl1pPr indent="-381000" lvl="0" marL="457200" algn="l">
              <a:spcBef>
                <a:spcPts val="560"/>
              </a:spcBef>
              <a:spcAft>
                <a:spcPts val="0"/>
              </a:spcAft>
              <a:buClr>
                <a:schemeClr val="dk1"/>
              </a:buClr>
              <a:buSzPts val="2400"/>
              <a:buChar char="•"/>
              <a:defRPr/>
            </a:lvl1pPr>
            <a:lvl2pPr indent="-381000" lvl="1" marL="914400" algn="l">
              <a:spcBef>
                <a:spcPts val="480"/>
              </a:spcBef>
              <a:spcAft>
                <a:spcPts val="0"/>
              </a:spcAft>
              <a:buClr>
                <a:schemeClr val="dk1"/>
              </a:buClr>
              <a:buSzPts val="2400"/>
              <a:buChar char="–"/>
              <a:defRPr/>
            </a:lvl2pPr>
            <a:lvl3pPr indent="-381000" lvl="2" marL="1371600" algn="l">
              <a:spcBef>
                <a:spcPts val="400"/>
              </a:spcBef>
              <a:spcAft>
                <a:spcPts val="0"/>
              </a:spcAft>
              <a:buClr>
                <a:schemeClr val="dk1"/>
              </a:buClr>
              <a:buSzPts val="2400"/>
              <a:buChar char="•"/>
              <a:defRPr/>
            </a:lvl3pPr>
            <a:lvl4pPr indent="-381000" lvl="3" marL="1828800" algn="l">
              <a:spcBef>
                <a:spcPts val="360"/>
              </a:spcBef>
              <a:spcAft>
                <a:spcPts val="0"/>
              </a:spcAft>
              <a:buClr>
                <a:schemeClr val="dk1"/>
              </a:buClr>
              <a:buSzPts val="2400"/>
              <a:buChar char="–"/>
              <a:defRPr/>
            </a:lvl4pPr>
            <a:lvl5pPr indent="-381000" lvl="4" marL="2286000" algn="l">
              <a:spcBef>
                <a:spcPts val="360"/>
              </a:spcBef>
              <a:spcAft>
                <a:spcPts val="0"/>
              </a:spcAft>
              <a:buClr>
                <a:schemeClr val="dk1"/>
              </a:buClr>
              <a:buSzPts val="2400"/>
              <a:buChar char="»"/>
              <a:defRPr/>
            </a:lvl5pPr>
            <a:lvl6pPr indent="-381000" lvl="5" marL="2743200" algn="l">
              <a:spcBef>
                <a:spcPts val="360"/>
              </a:spcBef>
              <a:spcAft>
                <a:spcPts val="0"/>
              </a:spcAft>
              <a:buClr>
                <a:schemeClr val="dk1"/>
              </a:buClr>
              <a:buSzPts val="2400"/>
              <a:buChar char="•"/>
              <a:defRPr/>
            </a:lvl6pPr>
            <a:lvl7pPr indent="-381000" lvl="6" marL="3200400" algn="l">
              <a:spcBef>
                <a:spcPts val="360"/>
              </a:spcBef>
              <a:spcAft>
                <a:spcPts val="0"/>
              </a:spcAft>
              <a:buClr>
                <a:schemeClr val="dk1"/>
              </a:buClr>
              <a:buSzPts val="2400"/>
              <a:buChar char="•"/>
              <a:defRPr/>
            </a:lvl7pPr>
            <a:lvl8pPr indent="-381000" lvl="7" marL="3657600" algn="l">
              <a:spcBef>
                <a:spcPts val="360"/>
              </a:spcBef>
              <a:spcAft>
                <a:spcPts val="0"/>
              </a:spcAft>
              <a:buClr>
                <a:schemeClr val="dk1"/>
              </a:buClr>
              <a:buSzPts val="2400"/>
              <a:buChar char="•"/>
              <a:defRPr/>
            </a:lvl8pPr>
            <a:lvl9pPr indent="-381000" lvl="8" marL="4114800" algn="l">
              <a:spcBef>
                <a:spcPts val="360"/>
              </a:spcBef>
              <a:spcAft>
                <a:spcPts val="0"/>
              </a:spcAft>
              <a:buClr>
                <a:schemeClr val="dk1"/>
              </a:buClr>
              <a:buSzPts val="2400"/>
              <a:buChar char="•"/>
              <a:defRPr/>
            </a:lvl9pPr>
          </a:lstStyle>
          <a:p/>
        </p:txBody>
      </p:sp>
      <p:sp>
        <p:nvSpPr>
          <p:cNvPr id="29" name="Google Shape;29;p6"/>
          <p:cNvSpPr txBox="1"/>
          <p:nvPr>
            <p:ph idx="2" type="body"/>
          </p:nvPr>
        </p:nvSpPr>
        <p:spPr>
          <a:xfrm>
            <a:off x="9241764" y="4274425"/>
            <a:ext cx="5180100" cy="4526100"/>
          </a:xfrm>
          <a:prstGeom prst="rect">
            <a:avLst/>
          </a:prstGeom>
          <a:noFill/>
          <a:ln>
            <a:noFill/>
          </a:ln>
        </p:spPr>
        <p:txBody>
          <a:bodyPr anchorCtr="0" anchor="t" bIns="45700" lIns="91425" spcFirstLastPara="1" rIns="91425" wrap="square" tIns="45700">
            <a:normAutofit/>
          </a:bodyPr>
          <a:lstStyle>
            <a:lvl1pPr indent="-381000" lvl="0" marL="457200" algn="l">
              <a:spcBef>
                <a:spcPts val="560"/>
              </a:spcBef>
              <a:spcAft>
                <a:spcPts val="0"/>
              </a:spcAft>
              <a:buClr>
                <a:schemeClr val="dk1"/>
              </a:buClr>
              <a:buSzPts val="2400"/>
              <a:buChar char="•"/>
              <a:defRPr/>
            </a:lvl1pPr>
            <a:lvl2pPr indent="-381000" lvl="1" marL="914400" algn="l">
              <a:spcBef>
                <a:spcPts val="480"/>
              </a:spcBef>
              <a:spcAft>
                <a:spcPts val="0"/>
              </a:spcAft>
              <a:buClr>
                <a:schemeClr val="dk1"/>
              </a:buClr>
              <a:buSzPts val="2400"/>
              <a:buChar char="–"/>
              <a:defRPr/>
            </a:lvl2pPr>
            <a:lvl3pPr indent="-381000" lvl="2" marL="1371600" algn="l">
              <a:spcBef>
                <a:spcPts val="400"/>
              </a:spcBef>
              <a:spcAft>
                <a:spcPts val="0"/>
              </a:spcAft>
              <a:buClr>
                <a:schemeClr val="dk1"/>
              </a:buClr>
              <a:buSzPts val="2400"/>
              <a:buChar char="•"/>
              <a:defRPr/>
            </a:lvl3pPr>
            <a:lvl4pPr indent="-381000" lvl="3" marL="1828800" algn="l">
              <a:spcBef>
                <a:spcPts val="360"/>
              </a:spcBef>
              <a:spcAft>
                <a:spcPts val="0"/>
              </a:spcAft>
              <a:buClr>
                <a:schemeClr val="dk1"/>
              </a:buClr>
              <a:buSzPts val="2400"/>
              <a:buChar char="–"/>
              <a:defRPr/>
            </a:lvl4pPr>
            <a:lvl5pPr indent="-381000" lvl="4" marL="2286000" algn="l">
              <a:spcBef>
                <a:spcPts val="360"/>
              </a:spcBef>
              <a:spcAft>
                <a:spcPts val="0"/>
              </a:spcAft>
              <a:buClr>
                <a:schemeClr val="dk1"/>
              </a:buClr>
              <a:buSzPts val="2400"/>
              <a:buChar char="»"/>
              <a:defRPr/>
            </a:lvl5pPr>
            <a:lvl6pPr indent="-381000" lvl="5" marL="2743200" algn="l">
              <a:spcBef>
                <a:spcPts val="360"/>
              </a:spcBef>
              <a:spcAft>
                <a:spcPts val="0"/>
              </a:spcAft>
              <a:buClr>
                <a:schemeClr val="dk1"/>
              </a:buClr>
              <a:buSzPts val="2400"/>
              <a:buChar char="•"/>
              <a:defRPr/>
            </a:lvl6pPr>
            <a:lvl7pPr indent="-381000" lvl="6" marL="3200400" algn="l">
              <a:spcBef>
                <a:spcPts val="360"/>
              </a:spcBef>
              <a:spcAft>
                <a:spcPts val="0"/>
              </a:spcAft>
              <a:buClr>
                <a:schemeClr val="dk1"/>
              </a:buClr>
              <a:buSzPts val="2400"/>
              <a:buChar char="•"/>
              <a:defRPr/>
            </a:lvl7pPr>
            <a:lvl8pPr indent="-381000" lvl="7" marL="3657600" algn="l">
              <a:spcBef>
                <a:spcPts val="360"/>
              </a:spcBef>
              <a:spcAft>
                <a:spcPts val="0"/>
              </a:spcAft>
              <a:buClr>
                <a:schemeClr val="dk1"/>
              </a:buClr>
              <a:buSzPts val="2400"/>
              <a:buChar char="•"/>
              <a:defRPr/>
            </a:lvl8pPr>
            <a:lvl9pPr indent="-381000" lvl="8" marL="4114800" algn="l">
              <a:spcBef>
                <a:spcPts val="360"/>
              </a:spcBef>
              <a:spcAft>
                <a:spcPts val="0"/>
              </a:spcAft>
              <a:buClr>
                <a:schemeClr val="dk1"/>
              </a:buClr>
              <a:buSzPts val="2400"/>
              <a:buChar char="•"/>
              <a:defRPr/>
            </a:lvl9pPr>
          </a:lstStyle>
          <a:p/>
        </p:txBody>
      </p:sp>
      <p:sp>
        <p:nvSpPr>
          <p:cNvPr id="30" name="Google Shape;30;p6"/>
          <p:cNvSpPr/>
          <p:nvPr/>
        </p:nvSpPr>
        <p:spPr>
          <a:xfrm rot="5400000">
            <a:off x="16469565" y="8944212"/>
            <a:ext cx="475647" cy="1103822"/>
          </a:xfrm>
          <a:custGeom>
            <a:rect b="b" l="l" r="r" t="t"/>
            <a:pathLst>
              <a:path extrusionOk="0" h="1103822" w="475647">
                <a:moveTo>
                  <a:pt x="0" y="0"/>
                </a:moveTo>
                <a:lnTo>
                  <a:pt x="475647" y="0"/>
                </a:lnTo>
                <a:lnTo>
                  <a:pt x="475647" y="1103823"/>
                </a:lnTo>
                <a:lnTo>
                  <a:pt x="0" y="1103823"/>
                </a:lnTo>
                <a:lnTo>
                  <a:pt x="0" y="0"/>
                </a:lnTo>
                <a:close/>
              </a:path>
            </a:pathLst>
          </a:custGeom>
          <a:blipFill rotWithShape="1">
            <a:blip r:embed="rId2">
              <a:alphaModFix/>
            </a:blip>
            <a:stretch>
              <a:fillRect b="0" l="0" r="0" t="0"/>
            </a:stretch>
          </a:blipFill>
          <a:ln>
            <a:noFill/>
          </a:ln>
        </p:spPr>
      </p:sp>
      <p:sp>
        <p:nvSpPr>
          <p:cNvPr id="31" name="Google Shape;31;p6"/>
          <p:cNvSpPr/>
          <p:nvPr/>
        </p:nvSpPr>
        <p:spPr>
          <a:xfrm rot="-5400000">
            <a:off x="1342788" y="8944212"/>
            <a:ext cx="475647" cy="1103822"/>
          </a:xfrm>
          <a:custGeom>
            <a:rect b="b" l="l" r="r" t="t"/>
            <a:pathLst>
              <a:path extrusionOk="0" h="1103822" w="475647">
                <a:moveTo>
                  <a:pt x="0" y="0"/>
                </a:moveTo>
                <a:lnTo>
                  <a:pt x="475647" y="0"/>
                </a:lnTo>
                <a:lnTo>
                  <a:pt x="475647" y="1103823"/>
                </a:lnTo>
                <a:lnTo>
                  <a:pt x="0" y="1103823"/>
                </a:lnTo>
                <a:lnTo>
                  <a:pt x="0" y="0"/>
                </a:lnTo>
                <a:close/>
              </a:path>
            </a:pathLst>
          </a:custGeom>
          <a:blipFill rotWithShape="1">
            <a:blip r:embed="rId2">
              <a:alphaModFix/>
            </a:blip>
            <a:stretch>
              <a:fillRect b="0" l="0" r="0" t="0"/>
            </a:stretch>
          </a:blipFill>
          <a:ln>
            <a:noFill/>
          </a:ln>
        </p:spPr>
      </p:sp>
      <p:pic>
        <p:nvPicPr>
          <p:cNvPr id="32" name="Google Shape;32;p6"/>
          <p:cNvPicPr preferRelativeResize="0"/>
          <p:nvPr/>
        </p:nvPicPr>
        <p:blipFill>
          <a:blip r:embed="rId3">
            <a:alphaModFix/>
          </a:blip>
          <a:stretch>
            <a:fillRect/>
          </a:stretch>
        </p:blipFill>
        <p:spPr>
          <a:xfrm>
            <a:off x="7244300" y="9481051"/>
            <a:ext cx="1948877" cy="179272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3" name="Shape 33"/>
        <p:cNvGrpSpPr/>
        <p:nvPr/>
      </p:nvGrpSpPr>
      <p:grpSpPr>
        <a:xfrm>
          <a:off x="0" y="0"/>
          <a:ext cx="0" cy="0"/>
          <a:chOff x="0" y="0"/>
          <a:chExt cx="0" cy="0"/>
        </a:xfrm>
      </p:grpSpPr>
      <p:sp>
        <p:nvSpPr>
          <p:cNvPr id="34" name="Google Shape;34;p7"/>
          <p:cNvSpPr txBox="1"/>
          <p:nvPr>
            <p:ph type="title"/>
          </p:nvPr>
        </p:nvSpPr>
        <p:spPr>
          <a:xfrm>
            <a:off x="1667425" y="1562950"/>
            <a:ext cx="10555800" cy="1143000"/>
          </a:xfrm>
          <a:prstGeom prst="rect">
            <a:avLst/>
          </a:prstGeom>
          <a:noFill/>
          <a:ln>
            <a:noFill/>
          </a:ln>
        </p:spPr>
        <p:txBody>
          <a:bodyPr anchorCtr="0" anchor="ctr" bIns="45700" lIns="91425" spcFirstLastPara="1" rIns="91425" wrap="square" tIns="45700">
            <a:normAutofit/>
          </a:bodyPr>
          <a:lstStyle>
            <a:lvl1pPr lvl="0">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7"/>
          <p:cNvSpPr txBox="1"/>
          <p:nvPr>
            <p:ph idx="1" type="body"/>
          </p:nvPr>
        </p:nvSpPr>
        <p:spPr>
          <a:xfrm>
            <a:off x="3649211" y="4243950"/>
            <a:ext cx="5395200" cy="39513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a:lvl1pPr>
            <a:lvl2pPr indent="-381000" lvl="1" marL="914400" algn="l">
              <a:spcBef>
                <a:spcPts val="400"/>
              </a:spcBef>
              <a:spcAft>
                <a:spcPts val="0"/>
              </a:spcAft>
              <a:buClr>
                <a:schemeClr val="dk1"/>
              </a:buClr>
              <a:buSzPts val="2400"/>
              <a:buChar char="–"/>
              <a:defRPr/>
            </a:lvl2pPr>
            <a:lvl3pPr indent="-381000" lvl="2" marL="1371600" algn="l">
              <a:spcBef>
                <a:spcPts val="360"/>
              </a:spcBef>
              <a:spcAft>
                <a:spcPts val="0"/>
              </a:spcAft>
              <a:buClr>
                <a:schemeClr val="dk1"/>
              </a:buClr>
              <a:buSzPts val="2400"/>
              <a:buChar char="•"/>
              <a:defRPr/>
            </a:lvl3pPr>
            <a:lvl4pPr indent="-381000" lvl="3" marL="1828800" algn="l">
              <a:spcBef>
                <a:spcPts val="320"/>
              </a:spcBef>
              <a:spcAft>
                <a:spcPts val="0"/>
              </a:spcAft>
              <a:buClr>
                <a:schemeClr val="dk1"/>
              </a:buClr>
              <a:buSzPts val="2400"/>
              <a:buChar char="–"/>
              <a:defRPr/>
            </a:lvl4pPr>
            <a:lvl5pPr indent="-381000" lvl="4" marL="2286000" algn="l">
              <a:spcBef>
                <a:spcPts val="320"/>
              </a:spcBef>
              <a:spcAft>
                <a:spcPts val="0"/>
              </a:spcAft>
              <a:buClr>
                <a:schemeClr val="dk1"/>
              </a:buClr>
              <a:buSzPts val="2400"/>
              <a:buChar char="»"/>
              <a:defRPr/>
            </a:lvl5pPr>
            <a:lvl6pPr indent="-381000" lvl="5" marL="2743200" algn="l">
              <a:spcBef>
                <a:spcPts val="320"/>
              </a:spcBef>
              <a:spcAft>
                <a:spcPts val="0"/>
              </a:spcAft>
              <a:buClr>
                <a:schemeClr val="dk1"/>
              </a:buClr>
              <a:buSzPts val="2400"/>
              <a:buChar char="•"/>
              <a:defRPr/>
            </a:lvl6pPr>
            <a:lvl7pPr indent="-381000" lvl="6" marL="3200400" algn="l">
              <a:spcBef>
                <a:spcPts val="320"/>
              </a:spcBef>
              <a:spcAft>
                <a:spcPts val="0"/>
              </a:spcAft>
              <a:buClr>
                <a:schemeClr val="dk1"/>
              </a:buClr>
              <a:buSzPts val="2400"/>
              <a:buChar char="•"/>
              <a:defRPr/>
            </a:lvl7pPr>
            <a:lvl8pPr indent="-381000" lvl="7" marL="3657600" algn="l">
              <a:spcBef>
                <a:spcPts val="320"/>
              </a:spcBef>
              <a:spcAft>
                <a:spcPts val="0"/>
              </a:spcAft>
              <a:buClr>
                <a:schemeClr val="dk1"/>
              </a:buClr>
              <a:buSzPts val="2400"/>
              <a:buChar char="•"/>
              <a:defRPr/>
            </a:lvl8pPr>
            <a:lvl9pPr indent="-381000" lvl="8" marL="4114800" algn="l">
              <a:spcBef>
                <a:spcPts val="320"/>
              </a:spcBef>
              <a:spcAft>
                <a:spcPts val="0"/>
              </a:spcAft>
              <a:buClr>
                <a:schemeClr val="dk1"/>
              </a:buClr>
              <a:buSzPts val="2400"/>
              <a:buChar char="•"/>
              <a:defRPr/>
            </a:lvl9pPr>
          </a:lstStyle>
          <a:p/>
        </p:txBody>
      </p:sp>
      <p:sp>
        <p:nvSpPr>
          <p:cNvPr id="36" name="Google Shape;36;p7"/>
          <p:cNvSpPr txBox="1"/>
          <p:nvPr>
            <p:ph idx="2" type="body"/>
          </p:nvPr>
        </p:nvSpPr>
        <p:spPr>
          <a:xfrm>
            <a:off x="9241500" y="4243950"/>
            <a:ext cx="5397300" cy="39513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a:lvl1pPr>
            <a:lvl2pPr indent="-381000" lvl="1" marL="914400" algn="l">
              <a:spcBef>
                <a:spcPts val="400"/>
              </a:spcBef>
              <a:spcAft>
                <a:spcPts val="0"/>
              </a:spcAft>
              <a:buClr>
                <a:schemeClr val="dk1"/>
              </a:buClr>
              <a:buSzPts val="2400"/>
              <a:buChar char="–"/>
              <a:defRPr/>
            </a:lvl2pPr>
            <a:lvl3pPr indent="-381000" lvl="2" marL="1371600" algn="l">
              <a:spcBef>
                <a:spcPts val="360"/>
              </a:spcBef>
              <a:spcAft>
                <a:spcPts val="0"/>
              </a:spcAft>
              <a:buClr>
                <a:schemeClr val="dk1"/>
              </a:buClr>
              <a:buSzPts val="2400"/>
              <a:buChar char="•"/>
              <a:defRPr/>
            </a:lvl3pPr>
            <a:lvl4pPr indent="-381000" lvl="3" marL="1828800" algn="l">
              <a:spcBef>
                <a:spcPts val="320"/>
              </a:spcBef>
              <a:spcAft>
                <a:spcPts val="0"/>
              </a:spcAft>
              <a:buClr>
                <a:schemeClr val="dk1"/>
              </a:buClr>
              <a:buSzPts val="2400"/>
              <a:buChar char="–"/>
              <a:defRPr/>
            </a:lvl4pPr>
            <a:lvl5pPr indent="-381000" lvl="4" marL="2286000" algn="l">
              <a:spcBef>
                <a:spcPts val="320"/>
              </a:spcBef>
              <a:spcAft>
                <a:spcPts val="0"/>
              </a:spcAft>
              <a:buClr>
                <a:schemeClr val="dk1"/>
              </a:buClr>
              <a:buSzPts val="2400"/>
              <a:buChar char="»"/>
              <a:defRPr/>
            </a:lvl5pPr>
            <a:lvl6pPr indent="-381000" lvl="5" marL="2743200" algn="l">
              <a:spcBef>
                <a:spcPts val="320"/>
              </a:spcBef>
              <a:spcAft>
                <a:spcPts val="0"/>
              </a:spcAft>
              <a:buClr>
                <a:schemeClr val="dk1"/>
              </a:buClr>
              <a:buSzPts val="2400"/>
              <a:buChar char="•"/>
              <a:defRPr/>
            </a:lvl6pPr>
            <a:lvl7pPr indent="-381000" lvl="6" marL="3200400" algn="l">
              <a:spcBef>
                <a:spcPts val="320"/>
              </a:spcBef>
              <a:spcAft>
                <a:spcPts val="0"/>
              </a:spcAft>
              <a:buClr>
                <a:schemeClr val="dk1"/>
              </a:buClr>
              <a:buSzPts val="2400"/>
              <a:buChar char="•"/>
              <a:defRPr/>
            </a:lvl7pPr>
            <a:lvl8pPr indent="-381000" lvl="7" marL="3657600" algn="l">
              <a:spcBef>
                <a:spcPts val="320"/>
              </a:spcBef>
              <a:spcAft>
                <a:spcPts val="0"/>
              </a:spcAft>
              <a:buClr>
                <a:schemeClr val="dk1"/>
              </a:buClr>
              <a:buSzPts val="2400"/>
              <a:buChar char="•"/>
              <a:defRPr/>
            </a:lvl8pPr>
            <a:lvl9pPr indent="-381000" lvl="8" marL="4114800" algn="l">
              <a:spcBef>
                <a:spcPts val="320"/>
              </a:spcBef>
              <a:spcAft>
                <a:spcPts val="0"/>
              </a:spcAft>
              <a:buClr>
                <a:schemeClr val="dk1"/>
              </a:buClr>
              <a:buSzPts val="2400"/>
              <a:buChar char="•"/>
              <a:defRPr/>
            </a:lvl9pPr>
          </a:lstStyle>
          <a:p/>
        </p:txBody>
      </p:sp>
      <p:sp>
        <p:nvSpPr>
          <p:cNvPr id="37" name="Google Shape;37;p7"/>
          <p:cNvSpPr/>
          <p:nvPr/>
        </p:nvSpPr>
        <p:spPr>
          <a:xfrm rot="5400000">
            <a:off x="16469565" y="8944212"/>
            <a:ext cx="475647" cy="1103822"/>
          </a:xfrm>
          <a:custGeom>
            <a:rect b="b" l="l" r="r" t="t"/>
            <a:pathLst>
              <a:path extrusionOk="0" h="1103822" w="475647">
                <a:moveTo>
                  <a:pt x="0" y="0"/>
                </a:moveTo>
                <a:lnTo>
                  <a:pt x="475647" y="0"/>
                </a:lnTo>
                <a:lnTo>
                  <a:pt x="475647" y="1103823"/>
                </a:lnTo>
                <a:lnTo>
                  <a:pt x="0" y="1103823"/>
                </a:lnTo>
                <a:lnTo>
                  <a:pt x="0" y="0"/>
                </a:lnTo>
                <a:close/>
              </a:path>
            </a:pathLst>
          </a:custGeom>
          <a:blipFill rotWithShape="1">
            <a:blip r:embed="rId2">
              <a:alphaModFix/>
            </a:blip>
            <a:stretch>
              <a:fillRect b="0" l="0" r="0" t="0"/>
            </a:stretch>
          </a:blipFill>
          <a:ln>
            <a:noFill/>
          </a:ln>
        </p:spPr>
      </p:sp>
      <p:sp>
        <p:nvSpPr>
          <p:cNvPr id="38" name="Google Shape;38;p7"/>
          <p:cNvSpPr/>
          <p:nvPr/>
        </p:nvSpPr>
        <p:spPr>
          <a:xfrm rot="-5400000">
            <a:off x="1342788" y="8944212"/>
            <a:ext cx="475647" cy="1103822"/>
          </a:xfrm>
          <a:custGeom>
            <a:rect b="b" l="l" r="r" t="t"/>
            <a:pathLst>
              <a:path extrusionOk="0" h="1103822" w="475647">
                <a:moveTo>
                  <a:pt x="0" y="0"/>
                </a:moveTo>
                <a:lnTo>
                  <a:pt x="475647" y="0"/>
                </a:lnTo>
                <a:lnTo>
                  <a:pt x="475647" y="1103823"/>
                </a:lnTo>
                <a:lnTo>
                  <a:pt x="0" y="1103823"/>
                </a:lnTo>
                <a:lnTo>
                  <a:pt x="0" y="0"/>
                </a:lnTo>
                <a:close/>
              </a:path>
            </a:pathLst>
          </a:custGeom>
          <a:blipFill rotWithShape="1">
            <a:blip r:embed="rId2">
              <a:alphaModFix/>
            </a:blip>
            <a:stretch>
              <a:fillRect b="0" l="0" r="0" t="0"/>
            </a:stretch>
          </a:blipFill>
          <a:ln>
            <a:noFill/>
          </a:ln>
        </p:spPr>
      </p:sp>
      <p:pic>
        <p:nvPicPr>
          <p:cNvPr id="39" name="Google Shape;39;p7"/>
          <p:cNvPicPr preferRelativeResize="0"/>
          <p:nvPr/>
        </p:nvPicPr>
        <p:blipFill>
          <a:blip r:embed="rId3">
            <a:alphaModFix/>
          </a:blip>
          <a:stretch>
            <a:fillRect/>
          </a:stretch>
        </p:blipFill>
        <p:spPr>
          <a:xfrm>
            <a:off x="1426025" y="-883374"/>
            <a:ext cx="1948877" cy="179272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8"/>
          <p:cNvSpPr txBox="1"/>
          <p:nvPr>
            <p:ph type="title"/>
          </p:nvPr>
        </p:nvSpPr>
        <p:spPr>
          <a:xfrm>
            <a:off x="1667425" y="1562950"/>
            <a:ext cx="10555800" cy="1143000"/>
          </a:xfrm>
          <a:prstGeom prst="rect">
            <a:avLst/>
          </a:prstGeom>
          <a:noFill/>
          <a:ln>
            <a:noFill/>
          </a:ln>
        </p:spPr>
        <p:txBody>
          <a:bodyPr anchorCtr="0" anchor="ctr" bIns="45700" lIns="91425" spcFirstLastPara="1" rIns="91425" wrap="square" tIns="45700">
            <a:normAutofit/>
          </a:bodyPr>
          <a:lstStyle>
            <a:lvl1pPr lvl="0">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8"/>
          <p:cNvSpPr/>
          <p:nvPr/>
        </p:nvSpPr>
        <p:spPr>
          <a:xfrm rot="5400000">
            <a:off x="16469565" y="8944212"/>
            <a:ext cx="475647" cy="1103822"/>
          </a:xfrm>
          <a:custGeom>
            <a:rect b="b" l="l" r="r" t="t"/>
            <a:pathLst>
              <a:path extrusionOk="0" h="1103822" w="475647">
                <a:moveTo>
                  <a:pt x="0" y="0"/>
                </a:moveTo>
                <a:lnTo>
                  <a:pt x="475647" y="0"/>
                </a:lnTo>
                <a:lnTo>
                  <a:pt x="475647" y="1103823"/>
                </a:lnTo>
                <a:lnTo>
                  <a:pt x="0" y="1103823"/>
                </a:lnTo>
                <a:lnTo>
                  <a:pt x="0" y="0"/>
                </a:lnTo>
                <a:close/>
              </a:path>
            </a:pathLst>
          </a:custGeom>
          <a:blipFill rotWithShape="1">
            <a:blip r:embed="rId2">
              <a:alphaModFix/>
            </a:blip>
            <a:stretch>
              <a:fillRect b="0" l="0" r="0" t="0"/>
            </a:stretch>
          </a:blipFill>
          <a:ln>
            <a:noFill/>
          </a:ln>
        </p:spPr>
      </p:sp>
      <p:sp>
        <p:nvSpPr>
          <p:cNvPr id="43" name="Google Shape;43;p8"/>
          <p:cNvSpPr/>
          <p:nvPr/>
        </p:nvSpPr>
        <p:spPr>
          <a:xfrm rot="-5400000">
            <a:off x="1342788" y="8944212"/>
            <a:ext cx="475647" cy="1103822"/>
          </a:xfrm>
          <a:custGeom>
            <a:rect b="b" l="l" r="r" t="t"/>
            <a:pathLst>
              <a:path extrusionOk="0" h="1103822" w="475647">
                <a:moveTo>
                  <a:pt x="0" y="0"/>
                </a:moveTo>
                <a:lnTo>
                  <a:pt x="475647" y="0"/>
                </a:lnTo>
                <a:lnTo>
                  <a:pt x="475647" y="1103823"/>
                </a:lnTo>
                <a:lnTo>
                  <a:pt x="0" y="1103823"/>
                </a:lnTo>
                <a:lnTo>
                  <a:pt x="0" y="0"/>
                </a:lnTo>
                <a:close/>
              </a:path>
            </a:pathLst>
          </a:custGeom>
          <a:blipFill rotWithShape="1">
            <a:blip r:embed="rId2">
              <a:alphaModFix/>
            </a:blip>
            <a:stretch>
              <a:fillRect b="0" l="0" r="0" t="0"/>
            </a:stretch>
          </a:blipFill>
          <a:ln>
            <a:noFill/>
          </a:ln>
        </p:spPr>
      </p:sp>
      <p:pic>
        <p:nvPicPr>
          <p:cNvPr id="44" name="Google Shape;44;p8"/>
          <p:cNvPicPr preferRelativeResize="0"/>
          <p:nvPr/>
        </p:nvPicPr>
        <p:blipFill>
          <a:blip r:embed="rId3">
            <a:alphaModFix/>
          </a:blip>
          <a:stretch>
            <a:fillRect/>
          </a:stretch>
        </p:blipFill>
        <p:spPr>
          <a:xfrm>
            <a:off x="17708723" y="1357552"/>
            <a:ext cx="1424727" cy="13145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5" name="Shape 45"/>
        <p:cNvGrpSpPr/>
        <p:nvPr/>
      </p:nvGrpSpPr>
      <p:grpSpPr>
        <a:xfrm>
          <a:off x="0" y="0"/>
          <a:ext cx="0" cy="0"/>
          <a:chOff x="0" y="0"/>
          <a:chExt cx="0" cy="0"/>
        </a:xfrm>
      </p:grpSpPr>
      <p:sp>
        <p:nvSpPr>
          <p:cNvPr id="46" name="Google Shape;46;p9"/>
          <p:cNvSpPr txBox="1"/>
          <p:nvPr>
            <p:ph type="title"/>
          </p:nvPr>
        </p:nvSpPr>
        <p:spPr>
          <a:xfrm>
            <a:off x="1624625" y="2102275"/>
            <a:ext cx="10712100" cy="1161900"/>
          </a:xfrm>
          <a:prstGeom prst="rect">
            <a:avLst/>
          </a:prstGeom>
          <a:noFill/>
          <a:ln>
            <a:noFill/>
          </a:ln>
        </p:spPr>
        <p:txBody>
          <a:bodyPr anchorCtr="0" anchor="b" bIns="45700" lIns="91425" spcFirstLastPara="1" rIns="91425" wrap="square" tIns="45700">
            <a:normAutofit/>
          </a:bodyPr>
          <a:lstStyle>
            <a:lvl1pPr lvl="0" rtl="0" algn="l">
              <a:spcBef>
                <a:spcPts val="0"/>
              </a:spcBef>
              <a:spcAft>
                <a:spcPts val="0"/>
              </a:spcAft>
              <a:buClr>
                <a:schemeClr val="dk1"/>
              </a:buClr>
              <a:buSzPts val="7000"/>
              <a:buNone/>
              <a:defRPr/>
            </a:lvl1pPr>
            <a:lvl2pPr lvl="1" rtl="0">
              <a:spcBef>
                <a:spcPts val="0"/>
              </a:spcBef>
              <a:spcAft>
                <a:spcPts val="0"/>
              </a:spcAft>
              <a:buSzPts val="7000"/>
              <a:buFont typeface="Archivo Black"/>
              <a:buNone/>
              <a:defRPr sz="7000">
                <a:latin typeface="Archivo Black"/>
                <a:ea typeface="Archivo Black"/>
                <a:cs typeface="Archivo Black"/>
                <a:sym typeface="Archivo Black"/>
              </a:defRPr>
            </a:lvl2pPr>
            <a:lvl3pPr lvl="2" rtl="0">
              <a:spcBef>
                <a:spcPts val="0"/>
              </a:spcBef>
              <a:spcAft>
                <a:spcPts val="0"/>
              </a:spcAft>
              <a:buSzPts val="7000"/>
              <a:buFont typeface="Archivo Black"/>
              <a:buNone/>
              <a:defRPr sz="7000">
                <a:latin typeface="Archivo Black"/>
                <a:ea typeface="Archivo Black"/>
                <a:cs typeface="Archivo Black"/>
                <a:sym typeface="Archivo Black"/>
              </a:defRPr>
            </a:lvl3pPr>
            <a:lvl4pPr lvl="3" rtl="0">
              <a:spcBef>
                <a:spcPts val="0"/>
              </a:spcBef>
              <a:spcAft>
                <a:spcPts val="0"/>
              </a:spcAft>
              <a:buSzPts val="7000"/>
              <a:buFont typeface="Archivo Black"/>
              <a:buNone/>
              <a:defRPr sz="7000">
                <a:latin typeface="Archivo Black"/>
                <a:ea typeface="Archivo Black"/>
                <a:cs typeface="Archivo Black"/>
                <a:sym typeface="Archivo Black"/>
              </a:defRPr>
            </a:lvl4pPr>
            <a:lvl5pPr lvl="4" rtl="0">
              <a:spcBef>
                <a:spcPts val="0"/>
              </a:spcBef>
              <a:spcAft>
                <a:spcPts val="0"/>
              </a:spcAft>
              <a:buSzPts val="7000"/>
              <a:buFont typeface="Archivo Black"/>
              <a:buNone/>
              <a:defRPr sz="7000">
                <a:latin typeface="Archivo Black"/>
                <a:ea typeface="Archivo Black"/>
                <a:cs typeface="Archivo Black"/>
                <a:sym typeface="Archivo Black"/>
              </a:defRPr>
            </a:lvl5pPr>
            <a:lvl6pPr lvl="5" rtl="0">
              <a:spcBef>
                <a:spcPts val="0"/>
              </a:spcBef>
              <a:spcAft>
                <a:spcPts val="0"/>
              </a:spcAft>
              <a:buSzPts val="7000"/>
              <a:buFont typeface="Archivo Black"/>
              <a:buNone/>
              <a:defRPr sz="7000">
                <a:latin typeface="Archivo Black"/>
                <a:ea typeface="Archivo Black"/>
                <a:cs typeface="Archivo Black"/>
                <a:sym typeface="Archivo Black"/>
              </a:defRPr>
            </a:lvl6pPr>
            <a:lvl7pPr lvl="6" rtl="0">
              <a:spcBef>
                <a:spcPts val="0"/>
              </a:spcBef>
              <a:spcAft>
                <a:spcPts val="0"/>
              </a:spcAft>
              <a:buSzPts val="7000"/>
              <a:buFont typeface="Archivo Black"/>
              <a:buNone/>
              <a:defRPr sz="7000">
                <a:latin typeface="Archivo Black"/>
                <a:ea typeface="Archivo Black"/>
                <a:cs typeface="Archivo Black"/>
                <a:sym typeface="Archivo Black"/>
              </a:defRPr>
            </a:lvl7pPr>
            <a:lvl8pPr lvl="7" rtl="0">
              <a:spcBef>
                <a:spcPts val="0"/>
              </a:spcBef>
              <a:spcAft>
                <a:spcPts val="0"/>
              </a:spcAft>
              <a:buSzPts val="7000"/>
              <a:buFont typeface="Archivo Black"/>
              <a:buNone/>
              <a:defRPr sz="7000">
                <a:latin typeface="Archivo Black"/>
                <a:ea typeface="Archivo Black"/>
                <a:cs typeface="Archivo Black"/>
                <a:sym typeface="Archivo Black"/>
              </a:defRPr>
            </a:lvl8pPr>
            <a:lvl9pPr lvl="8" rtl="0">
              <a:spcBef>
                <a:spcPts val="0"/>
              </a:spcBef>
              <a:spcAft>
                <a:spcPts val="0"/>
              </a:spcAft>
              <a:buSzPts val="7000"/>
              <a:buFont typeface="Archivo Black"/>
              <a:buNone/>
              <a:defRPr sz="7000">
                <a:latin typeface="Archivo Black"/>
                <a:ea typeface="Archivo Black"/>
                <a:cs typeface="Archivo Black"/>
                <a:sym typeface="Archivo Black"/>
              </a:defRPr>
            </a:lvl9pPr>
          </a:lstStyle>
          <a:p/>
        </p:txBody>
      </p:sp>
      <p:sp>
        <p:nvSpPr>
          <p:cNvPr id="47" name="Google Shape;47;p9"/>
          <p:cNvSpPr txBox="1"/>
          <p:nvPr>
            <p:ph idx="1" type="body"/>
          </p:nvPr>
        </p:nvSpPr>
        <p:spPr>
          <a:xfrm>
            <a:off x="9574188" y="4109300"/>
            <a:ext cx="5111700" cy="4120200"/>
          </a:xfrm>
          <a:prstGeom prst="rect">
            <a:avLst/>
          </a:prstGeom>
          <a:noFill/>
          <a:ln>
            <a:noFill/>
          </a:ln>
        </p:spPr>
        <p:txBody>
          <a:bodyPr anchorCtr="0" anchor="t" bIns="45700" lIns="91425" spcFirstLastPara="1" rIns="91425" wrap="square" tIns="45700">
            <a:normAutofit/>
          </a:bodyPr>
          <a:lstStyle>
            <a:lvl1pPr indent="-381000" lvl="0" marL="457200" algn="l">
              <a:spcBef>
                <a:spcPts val="640"/>
              </a:spcBef>
              <a:spcAft>
                <a:spcPts val="0"/>
              </a:spcAft>
              <a:buClr>
                <a:schemeClr val="dk1"/>
              </a:buClr>
              <a:buSzPts val="2400"/>
              <a:buChar char="•"/>
              <a:defRPr/>
            </a:lvl1pPr>
            <a:lvl2pPr indent="-381000" lvl="1" marL="914400" algn="l">
              <a:spcBef>
                <a:spcPts val="560"/>
              </a:spcBef>
              <a:spcAft>
                <a:spcPts val="0"/>
              </a:spcAft>
              <a:buClr>
                <a:schemeClr val="dk1"/>
              </a:buClr>
              <a:buSzPts val="2400"/>
              <a:buChar char="–"/>
              <a:defRPr/>
            </a:lvl2pPr>
            <a:lvl3pPr indent="-381000" lvl="2" marL="1371600" algn="l">
              <a:spcBef>
                <a:spcPts val="480"/>
              </a:spcBef>
              <a:spcAft>
                <a:spcPts val="0"/>
              </a:spcAft>
              <a:buClr>
                <a:schemeClr val="dk1"/>
              </a:buClr>
              <a:buSzPts val="2400"/>
              <a:buChar char="•"/>
              <a:defRPr/>
            </a:lvl3pPr>
            <a:lvl4pPr indent="-381000" lvl="3" marL="1828800" algn="l">
              <a:spcBef>
                <a:spcPts val="400"/>
              </a:spcBef>
              <a:spcAft>
                <a:spcPts val="0"/>
              </a:spcAft>
              <a:buClr>
                <a:schemeClr val="dk1"/>
              </a:buClr>
              <a:buSzPts val="2400"/>
              <a:buChar char="–"/>
              <a:defRPr/>
            </a:lvl4pPr>
            <a:lvl5pPr indent="-381000" lvl="4" marL="2286000" algn="l">
              <a:spcBef>
                <a:spcPts val="400"/>
              </a:spcBef>
              <a:spcAft>
                <a:spcPts val="0"/>
              </a:spcAft>
              <a:buClr>
                <a:schemeClr val="dk1"/>
              </a:buClr>
              <a:buSzPts val="2400"/>
              <a:buChar char="»"/>
              <a:defRPr/>
            </a:lvl5pPr>
            <a:lvl6pPr indent="-381000" lvl="5" marL="2743200" algn="l">
              <a:spcBef>
                <a:spcPts val="400"/>
              </a:spcBef>
              <a:spcAft>
                <a:spcPts val="0"/>
              </a:spcAft>
              <a:buClr>
                <a:schemeClr val="dk1"/>
              </a:buClr>
              <a:buSzPts val="2400"/>
              <a:buChar char="•"/>
              <a:defRPr/>
            </a:lvl6pPr>
            <a:lvl7pPr indent="-381000" lvl="6" marL="3200400" algn="l">
              <a:spcBef>
                <a:spcPts val="400"/>
              </a:spcBef>
              <a:spcAft>
                <a:spcPts val="0"/>
              </a:spcAft>
              <a:buClr>
                <a:schemeClr val="dk1"/>
              </a:buClr>
              <a:buSzPts val="2400"/>
              <a:buChar char="•"/>
              <a:defRPr/>
            </a:lvl7pPr>
            <a:lvl8pPr indent="-381000" lvl="7" marL="3657600" algn="l">
              <a:spcBef>
                <a:spcPts val="400"/>
              </a:spcBef>
              <a:spcAft>
                <a:spcPts val="0"/>
              </a:spcAft>
              <a:buClr>
                <a:schemeClr val="dk1"/>
              </a:buClr>
              <a:buSzPts val="2400"/>
              <a:buChar char="•"/>
              <a:defRPr/>
            </a:lvl8pPr>
            <a:lvl9pPr indent="-381000" lvl="8" marL="4114800" algn="l">
              <a:spcBef>
                <a:spcPts val="400"/>
              </a:spcBef>
              <a:spcAft>
                <a:spcPts val="0"/>
              </a:spcAft>
              <a:buClr>
                <a:schemeClr val="dk1"/>
              </a:buClr>
              <a:buSzPts val="2400"/>
              <a:buChar char="•"/>
              <a:defRPr/>
            </a:lvl9pPr>
          </a:lstStyle>
          <a:p/>
        </p:txBody>
      </p:sp>
      <p:sp>
        <p:nvSpPr>
          <p:cNvPr id="48" name="Google Shape;48;p9"/>
          <p:cNvSpPr txBox="1"/>
          <p:nvPr>
            <p:ph idx="2" type="body"/>
          </p:nvPr>
        </p:nvSpPr>
        <p:spPr>
          <a:xfrm>
            <a:off x="3602113" y="4109300"/>
            <a:ext cx="5765100" cy="46911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2400"/>
              <a:buNone/>
              <a:defRPr/>
            </a:lvl1pPr>
            <a:lvl2pPr indent="-228600" lvl="1" marL="914400" algn="l">
              <a:spcBef>
                <a:spcPts val="240"/>
              </a:spcBef>
              <a:spcAft>
                <a:spcPts val="0"/>
              </a:spcAft>
              <a:buClr>
                <a:schemeClr val="dk1"/>
              </a:buClr>
              <a:buSzPts val="2400"/>
              <a:buNone/>
              <a:defRPr/>
            </a:lvl2pPr>
            <a:lvl3pPr indent="-228600" lvl="2" marL="1371600" algn="l">
              <a:spcBef>
                <a:spcPts val="200"/>
              </a:spcBef>
              <a:spcAft>
                <a:spcPts val="0"/>
              </a:spcAft>
              <a:buClr>
                <a:schemeClr val="dk1"/>
              </a:buClr>
              <a:buSzPts val="2400"/>
              <a:buNone/>
              <a:defRPr/>
            </a:lvl3pPr>
            <a:lvl4pPr indent="-228600" lvl="3" marL="1828800" algn="l">
              <a:spcBef>
                <a:spcPts val="180"/>
              </a:spcBef>
              <a:spcAft>
                <a:spcPts val="0"/>
              </a:spcAft>
              <a:buClr>
                <a:schemeClr val="dk1"/>
              </a:buClr>
              <a:buSzPts val="2400"/>
              <a:buNone/>
              <a:defRPr/>
            </a:lvl4pPr>
            <a:lvl5pPr indent="-228600" lvl="4" marL="2286000" algn="l">
              <a:spcBef>
                <a:spcPts val="180"/>
              </a:spcBef>
              <a:spcAft>
                <a:spcPts val="0"/>
              </a:spcAft>
              <a:buClr>
                <a:schemeClr val="dk1"/>
              </a:buClr>
              <a:buSzPts val="2400"/>
              <a:buNone/>
              <a:defRPr/>
            </a:lvl5pPr>
            <a:lvl6pPr indent="-228600" lvl="5" marL="2743200" algn="l">
              <a:spcBef>
                <a:spcPts val="180"/>
              </a:spcBef>
              <a:spcAft>
                <a:spcPts val="0"/>
              </a:spcAft>
              <a:buClr>
                <a:schemeClr val="dk1"/>
              </a:buClr>
              <a:buSzPts val="2400"/>
              <a:buNone/>
              <a:defRPr/>
            </a:lvl6pPr>
            <a:lvl7pPr indent="-228600" lvl="6" marL="3200400" algn="l">
              <a:spcBef>
                <a:spcPts val="180"/>
              </a:spcBef>
              <a:spcAft>
                <a:spcPts val="0"/>
              </a:spcAft>
              <a:buClr>
                <a:schemeClr val="dk1"/>
              </a:buClr>
              <a:buSzPts val="2400"/>
              <a:buNone/>
              <a:defRPr/>
            </a:lvl7pPr>
            <a:lvl8pPr indent="-228600" lvl="7" marL="3657600" algn="l">
              <a:spcBef>
                <a:spcPts val="180"/>
              </a:spcBef>
              <a:spcAft>
                <a:spcPts val="0"/>
              </a:spcAft>
              <a:buClr>
                <a:schemeClr val="dk1"/>
              </a:buClr>
              <a:buSzPts val="2400"/>
              <a:buNone/>
              <a:defRPr/>
            </a:lvl8pPr>
            <a:lvl9pPr indent="-228600" lvl="8" marL="4114800" algn="l">
              <a:spcBef>
                <a:spcPts val="180"/>
              </a:spcBef>
              <a:spcAft>
                <a:spcPts val="0"/>
              </a:spcAft>
              <a:buClr>
                <a:schemeClr val="dk1"/>
              </a:buClr>
              <a:buSzPts val="2400"/>
              <a:buNone/>
              <a:defRPr/>
            </a:lvl9pPr>
          </a:lstStyle>
          <a:p/>
        </p:txBody>
      </p:sp>
      <p:pic>
        <p:nvPicPr>
          <p:cNvPr id="49" name="Google Shape;49;p9"/>
          <p:cNvPicPr preferRelativeResize="0"/>
          <p:nvPr/>
        </p:nvPicPr>
        <p:blipFill>
          <a:blip r:embed="rId2">
            <a:alphaModFix/>
          </a:blip>
          <a:stretch>
            <a:fillRect/>
          </a:stretch>
        </p:blipFill>
        <p:spPr>
          <a:xfrm>
            <a:off x="4721223" y="9160601"/>
            <a:ext cx="2053175" cy="1888691"/>
          </a:xfrm>
          <a:prstGeom prst="rect">
            <a:avLst/>
          </a:prstGeom>
          <a:noFill/>
          <a:ln>
            <a:noFill/>
          </a:ln>
        </p:spPr>
      </p:pic>
      <p:sp>
        <p:nvSpPr>
          <p:cNvPr id="50" name="Google Shape;50;p9"/>
          <p:cNvSpPr/>
          <p:nvPr/>
        </p:nvSpPr>
        <p:spPr>
          <a:xfrm rot="5400000">
            <a:off x="16469565" y="8944212"/>
            <a:ext cx="475647" cy="1103822"/>
          </a:xfrm>
          <a:custGeom>
            <a:rect b="b" l="l" r="r" t="t"/>
            <a:pathLst>
              <a:path extrusionOk="0" h="1103822" w="475647">
                <a:moveTo>
                  <a:pt x="0" y="0"/>
                </a:moveTo>
                <a:lnTo>
                  <a:pt x="475647" y="0"/>
                </a:lnTo>
                <a:lnTo>
                  <a:pt x="475647" y="1103823"/>
                </a:lnTo>
                <a:lnTo>
                  <a:pt x="0" y="1103823"/>
                </a:lnTo>
                <a:lnTo>
                  <a:pt x="0" y="0"/>
                </a:lnTo>
                <a:close/>
              </a:path>
            </a:pathLst>
          </a:custGeom>
          <a:blipFill rotWithShape="1">
            <a:blip r:embed="rId3">
              <a:alphaModFix/>
            </a:blip>
            <a:stretch>
              <a:fillRect b="0" l="0" r="0" t="0"/>
            </a:stretch>
          </a:blipFill>
          <a:ln>
            <a:noFill/>
          </a:ln>
        </p:spPr>
      </p:sp>
      <p:sp>
        <p:nvSpPr>
          <p:cNvPr id="51" name="Google Shape;51;p9"/>
          <p:cNvSpPr/>
          <p:nvPr/>
        </p:nvSpPr>
        <p:spPr>
          <a:xfrm rot="-5400000">
            <a:off x="1342788" y="8944212"/>
            <a:ext cx="475647" cy="1103822"/>
          </a:xfrm>
          <a:custGeom>
            <a:rect b="b" l="l" r="r" t="t"/>
            <a:pathLst>
              <a:path extrusionOk="0" h="1103822" w="475647">
                <a:moveTo>
                  <a:pt x="0" y="0"/>
                </a:moveTo>
                <a:lnTo>
                  <a:pt x="475647" y="0"/>
                </a:lnTo>
                <a:lnTo>
                  <a:pt x="475647" y="1103823"/>
                </a:lnTo>
                <a:lnTo>
                  <a:pt x="0" y="1103823"/>
                </a:lnTo>
                <a:lnTo>
                  <a:pt x="0" y="0"/>
                </a:lnTo>
                <a:close/>
              </a:path>
            </a:pathLst>
          </a:custGeom>
          <a:blipFill rotWithShape="1">
            <a:blip r:embed="rId3">
              <a:alphaModFix/>
            </a:blip>
            <a:stretch>
              <a:fillRect b="0" l="0" r="0" t="0"/>
            </a:stretch>
          </a:blip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2" name="Shape 52"/>
        <p:cNvGrpSpPr/>
        <p:nvPr/>
      </p:nvGrpSpPr>
      <p:grpSpPr>
        <a:xfrm>
          <a:off x="0" y="0"/>
          <a:ext cx="0" cy="0"/>
          <a:chOff x="0" y="0"/>
          <a:chExt cx="0" cy="0"/>
        </a:xfrm>
      </p:grpSpPr>
      <p:sp>
        <p:nvSpPr>
          <p:cNvPr id="53" name="Google Shape;53;p10"/>
          <p:cNvSpPr txBox="1"/>
          <p:nvPr>
            <p:ph type="title"/>
          </p:nvPr>
        </p:nvSpPr>
        <p:spPr>
          <a:xfrm>
            <a:off x="1648174" y="2685650"/>
            <a:ext cx="12109800" cy="5667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7000"/>
              <a:buFont typeface="Calibri"/>
              <a:buNone/>
              <a:defRPr b="1"/>
            </a:lvl1pPr>
            <a:lvl2pPr lvl="1">
              <a:spcBef>
                <a:spcPts val="0"/>
              </a:spcBef>
              <a:spcAft>
                <a:spcPts val="0"/>
              </a:spcAft>
              <a:buSzPts val="7000"/>
              <a:buNone/>
              <a:defRPr sz="7000"/>
            </a:lvl2pPr>
            <a:lvl3pPr lvl="2">
              <a:spcBef>
                <a:spcPts val="0"/>
              </a:spcBef>
              <a:spcAft>
                <a:spcPts val="0"/>
              </a:spcAft>
              <a:buSzPts val="7000"/>
              <a:buNone/>
              <a:defRPr sz="7000"/>
            </a:lvl3pPr>
            <a:lvl4pPr lvl="3">
              <a:spcBef>
                <a:spcPts val="0"/>
              </a:spcBef>
              <a:spcAft>
                <a:spcPts val="0"/>
              </a:spcAft>
              <a:buSzPts val="7000"/>
              <a:buNone/>
              <a:defRPr sz="7000"/>
            </a:lvl4pPr>
            <a:lvl5pPr lvl="4">
              <a:spcBef>
                <a:spcPts val="0"/>
              </a:spcBef>
              <a:spcAft>
                <a:spcPts val="0"/>
              </a:spcAft>
              <a:buSzPts val="7000"/>
              <a:buNone/>
              <a:defRPr sz="7000"/>
            </a:lvl5pPr>
            <a:lvl6pPr lvl="5">
              <a:spcBef>
                <a:spcPts val="0"/>
              </a:spcBef>
              <a:spcAft>
                <a:spcPts val="0"/>
              </a:spcAft>
              <a:buSzPts val="7000"/>
              <a:buNone/>
              <a:defRPr sz="7000"/>
            </a:lvl6pPr>
            <a:lvl7pPr lvl="6">
              <a:spcBef>
                <a:spcPts val="0"/>
              </a:spcBef>
              <a:spcAft>
                <a:spcPts val="0"/>
              </a:spcAft>
              <a:buSzPts val="7000"/>
              <a:buNone/>
              <a:defRPr sz="7000"/>
            </a:lvl7pPr>
            <a:lvl8pPr lvl="7">
              <a:spcBef>
                <a:spcPts val="0"/>
              </a:spcBef>
              <a:spcAft>
                <a:spcPts val="0"/>
              </a:spcAft>
              <a:buSzPts val="7000"/>
              <a:buNone/>
              <a:defRPr sz="7000"/>
            </a:lvl8pPr>
            <a:lvl9pPr lvl="8">
              <a:spcBef>
                <a:spcPts val="0"/>
              </a:spcBef>
              <a:spcAft>
                <a:spcPts val="0"/>
              </a:spcAft>
              <a:buSzPts val="7000"/>
              <a:buNone/>
              <a:defRPr sz="7000"/>
            </a:lvl9pPr>
          </a:lstStyle>
          <a:p/>
        </p:txBody>
      </p:sp>
      <p:sp>
        <p:nvSpPr>
          <p:cNvPr id="54" name="Google Shape;54;p10"/>
          <p:cNvSpPr/>
          <p:nvPr>
            <p:ph idx="2" type="pic"/>
          </p:nvPr>
        </p:nvSpPr>
        <p:spPr>
          <a:xfrm>
            <a:off x="10810488" y="5082850"/>
            <a:ext cx="5486400" cy="4114800"/>
          </a:xfrm>
          <a:prstGeom prst="rect">
            <a:avLst/>
          </a:prstGeom>
          <a:noFill/>
          <a:ln>
            <a:noFill/>
          </a:ln>
        </p:spPr>
      </p:sp>
      <p:sp>
        <p:nvSpPr>
          <p:cNvPr id="55" name="Google Shape;55;p10"/>
          <p:cNvSpPr txBox="1"/>
          <p:nvPr>
            <p:ph idx="1" type="body"/>
          </p:nvPr>
        </p:nvSpPr>
        <p:spPr>
          <a:xfrm>
            <a:off x="2651188" y="4120363"/>
            <a:ext cx="5486400" cy="8049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2400"/>
              <a:buNone/>
              <a:defRPr/>
            </a:lvl1pPr>
            <a:lvl2pPr indent="-228600" lvl="1" marL="914400" algn="l">
              <a:spcBef>
                <a:spcPts val="240"/>
              </a:spcBef>
              <a:spcAft>
                <a:spcPts val="0"/>
              </a:spcAft>
              <a:buClr>
                <a:schemeClr val="dk1"/>
              </a:buClr>
              <a:buSzPts val="2400"/>
              <a:buNone/>
              <a:defRPr/>
            </a:lvl2pPr>
            <a:lvl3pPr indent="-228600" lvl="2" marL="1371600" algn="l">
              <a:spcBef>
                <a:spcPts val="200"/>
              </a:spcBef>
              <a:spcAft>
                <a:spcPts val="0"/>
              </a:spcAft>
              <a:buClr>
                <a:schemeClr val="dk1"/>
              </a:buClr>
              <a:buSzPts val="2400"/>
              <a:buNone/>
              <a:defRPr/>
            </a:lvl3pPr>
            <a:lvl4pPr indent="-228600" lvl="3" marL="1828800" algn="l">
              <a:spcBef>
                <a:spcPts val="180"/>
              </a:spcBef>
              <a:spcAft>
                <a:spcPts val="0"/>
              </a:spcAft>
              <a:buClr>
                <a:schemeClr val="dk1"/>
              </a:buClr>
              <a:buSzPts val="2400"/>
              <a:buNone/>
              <a:defRPr/>
            </a:lvl4pPr>
            <a:lvl5pPr indent="-228600" lvl="4" marL="2286000" algn="l">
              <a:spcBef>
                <a:spcPts val="180"/>
              </a:spcBef>
              <a:spcAft>
                <a:spcPts val="0"/>
              </a:spcAft>
              <a:buClr>
                <a:schemeClr val="dk1"/>
              </a:buClr>
              <a:buSzPts val="2400"/>
              <a:buNone/>
              <a:defRPr/>
            </a:lvl5pPr>
            <a:lvl6pPr indent="-228600" lvl="5" marL="2743200" algn="l">
              <a:spcBef>
                <a:spcPts val="180"/>
              </a:spcBef>
              <a:spcAft>
                <a:spcPts val="0"/>
              </a:spcAft>
              <a:buClr>
                <a:schemeClr val="dk1"/>
              </a:buClr>
              <a:buSzPts val="2400"/>
              <a:buNone/>
              <a:defRPr/>
            </a:lvl6pPr>
            <a:lvl7pPr indent="-228600" lvl="6" marL="3200400" algn="l">
              <a:spcBef>
                <a:spcPts val="180"/>
              </a:spcBef>
              <a:spcAft>
                <a:spcPts val="0"/>
              </a:spcAft>
              <a:buClr>
                <a:schemeClr val="dk1"/>
              </a:buClr>
              <a:buSzPts val="2400"/>
              <a:buNone/>
              <a:defRPr/>
            </a:lvl7pPr>
            <a:lvl8pPr indent="-228600" lvl="7" marL="3657600" algn="l">
              <a:spcBef>
                <a:spcPts val="180"/>
              </a:spcBef>
              <a:spcAft>
                <a:spcPts val="0"/>
              </a:spcAft>
              <a:buClr>
                <a:schemeClr val="dk1"/>
              </a:buClr>
              <a:buSzPts val="2400"/>
              <a:buNone/>
              <a:defRPr/>
            </a:lvl8pPr>
            <a:lvl9pPr indent="-228600" lvl="8" marL="4114800" algn="l">
              <a:spcBef>
                <a:spcPts val="180"/>
              </a:spcBef>
              <a:spcAft>
                <a:spcPts val="0"/>
              </a:spcAft>
              <a:buClr>
                <a:schemeClr val="dk1"/>
              </a:buClr>
              <a:buSzPts val="2400"/>
              <a:buNone/>
              <a:defRPr/>
            </a:lvl9pPr>
          </a:lstStyle>
          <a:p/>
        </p:txBody>
      </p:sp>
      <p:sp>
        <p:nvSpPr>
          <p:cNvPr id="56" name="Google Shape;56;p10"/>
          <p:cNvSpPr/>
          <p:nvPr/>
        </p:nvSpPr>
        <p:spPr>
          <a:xfrm rot="5400000">
            <a:off x="16469565" y="8944212"/>
            <a:ext cx="475647" cy="1103822"/>
          </a:xfrm>
          <a:custGeom>
            <a:rect b="b" l="l" r="r" t="t"/>
            <a:pathLst>
              <a:path extrusionOk="0" h="1103822" w="475647">
                <a:moveTo>
                  <a:pt x="0" y="0"/>
                </a:moveTo>
                <a:lnTo>
                  <a:pt x="475647" y="0"/>
                </a:lnTo>
                <a:lnTo>
                  <a:pt x="475647" y="1103823"/>
                </a:lnTo>
                <a:lnTo>
                  <a:pt x="0" y="1103823"/>
                </a:lnTo>
                <a:lnTo>
                  <a:pt x="0" y="0"/>
                </a:lnTo>
                <a:close/>
              </a:path>
            </a:pathLst>
          </a:custGeom>
          <a:blipFill rotWithShape="1">
            <a:blip r:embed="rId2">
              <a:alphaModFix/>
            </a:blip>
            <a:stretch>
              <a:fillRect b="0" l="0" r="0" t="0"/>
            </a:stretch>
          </a:blipFill>
          <a:ln>
            <a:noFill/>
          </a:ln>
        </p:spPr>
      </p:sp>
      <p:sp>
        <p:nvSpPr>
          <p:cNvPr id="57" name="Google Shape;57;p10"/>
          <p:cNvSpPr/>
          <p:nvPr/>
        </p:nvSpPr>
        <p:spPr>
          <a:xfrm rot="-5400000">
            <a:off x="1342788" y="8944212"/>
            <a:ext cx="475647" cy="1103822"/>
          </a:xfrm>
          <a:custGeom>
            <a:rect b="b" l="l" r="r" t="t"/>
            <a:pathLst>
              <a:path extrusionOk="0" h="1103822" w="475647">
                <a:moveTo>
                  <a:pt x="0" y="0"/>
                </a:moveTo>
                <a:lnTo>
                  <a:pt x="475647" y="0"/>
                </a:lnTo>
                <a:lnTo>
                  <a:pt x="475647" y="1103823"/>
                </a:lnTo>
                <a:lnTo>
                  <a:pt x="0" y="1103823"/>
                </a:lnTo>
                <a:lnTo>
                  <a:pt x="0" y="0"/>
                </a:lnTo>
                <a:close/>
              </a:path>
            </a:pathLst>
          </a:custGeom>
          <a:blipFill rotWithShape="1">
            <a:blip r:embed="rId2">
              <a:alphaModFix/>
            </a:blip>
            <a:stretch>
              <a:fillRect b="0" l="0" r="0" t="0"/>
            </a:stretch>
          </a:blipFill>
          <a:ln>
            <a:noFill/>
          </a:ln>
        </p:spPr>
      </p:sp>
      <p:pic>
        <p:nvPicPr>
          <p:cNvPr id="58" name="Google Shape;58;p10"/>
          <p:cNvPicPr preferRelativeResize="0"/>
          <p:nvPr/>
        </p:nvPicPr>
        <p:blipFill>
          <a:blip r:embed="rId3">
            <a:alphaModFix/>
          </a:blip>
          <a:stretch>
            <a:fillRect/>
          </a:stretch>
        </p:blipFill>
        <p:spPr>
          <a:xfrm>
            <a:off x="1477223" y="-756575"/>
            <a:ext cx="1614975" cy="1486996"/>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667425" y="1562950"/>
            <a:ext cx="10555800" cy="1143000"/>
          </a:xfrm>
          <a:prstGeom prst="rect">
            <a:avLst/>
          </a:prstGeom>
          <a:noFill/>
          <a:ln>
            <a:noFill/>
          </a:ln>
        </p:spPr>
        <p:txBody>
          <a:bodyPr anchorCtr="0" anchor="ctr" bIns="45700" lIns="91425" spcFirstLastPara="1" rIns="91425" wrap="square" tIns="45700">
            <a:normAutofit/>
          </a:bodyPr>
          <a:lstStyle>
            <a:lvl1pPr lvl="0" marR="0" rtl="0">
              <a:spcBef>
                <a:spcPts val="0"/>
              </a:spcBef>
              <a:spcAft>
                <a:spcPts val="0"/>
              </a:spcAft>
              <a:buClr>
                <a:schemeClr val="dk1"/>
              </a:buClr>
              <a:buSzPts val="7000"/>
              <a:buFont typeface="Archivo Black"/>
              <a:buNone/>
              <a:defRPr b="1" i="0" sz="7000" u="none" cap="none" strike="noStrike">
                <a:solidFill>
                  <a:schemeClr val="dk1"/>
                </a:solidFill>
                <a:latin typeface="Archivo Black"/>
                <a:ea typeface="Archivo Black"/>
                <a:cs typeface="Archivo Black"/>
                <a:sym typeface="Archivo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5759400" y="3805950"/>
            <a:ext cx="6769200" cy="4526100"/>
          </a:xfrm>
          <a:prstGeom prst="rect">
            <a:avLst/>
          </a:prstGeom>
          <a:noFill/>
          <a:ln>
            <a:noFill/>
          </a:ln>
        </p:spPr>
        <p:txBody>
          <a:bodyPr anchorCtr="0" anchor="t" bIns="45700" lIns="91425" spcFirstLastPara="1" rIns="91425" wrap="square" tIns="45700">
            <a:normAutofit/>
          </a:bodyPr>
          <a:lstStyle>
            <a:lvl1pPr indent="-381000" lvl="0" marL="457200" marR="0" rtl="0" algn="l">
              <a:spcBef>
                <a:spcPts val="640"/>
              </a:spcBef>
              <a:spcAft>
                <a:spcPts val="0"/>
              </a:spcAft>
              <a:buClr>
                <a:schemeClr val="dk1"/>
              </a:buClr>
              <a:buSzPts val="2400"/>
              <a:buFont typeface="Archivo Black"/>
              <a:buChar char="•"/>
              <a:defRPr i="0" sz="2400" u="none" cap="none" strike="noStrike">
                <a:solidFill>
                  <a:schemeClr val="dk1"/>
                </a:solidFill>
                <a:latin typeface="Archivo Black"/>
                <a:ea typeface="Archivo Black"/>
                <a:cs typeface="Archivo Black"/>
                <a:sym typeface="Archivo Black"/>
              </a:defRPr>
            </a:lvl1pPr>
            <a:lvl2pPr indent="-381000" lvl="1" marL="914400" marR="0" rtl="0" algn="l">
              <a:spcBef>
                <a:spcPts val="560"/>
              </a:spcBef>
              <a:spcAft>
                <a:spcPts val="0"/>
              </a:spcAft>
              <a:buClr>
                <a:schemeClr val="dk1"/>
              </a:buClr>
              <a:buSzPts val="2400"/>
              <a:buFont typeface="Archivo Black"/>
              <a:buChar char="–"/>
              <a:defRPr i="0" sz="2400" u="none" cap="none" strike="noStrike">
                <a:solidFill>
                  <a:schemeClr val="dk1"/>
                </a:solidFill>
                <a:latin typeface="Archivo Black"/>
                <a:ea typeface="Archivo Black"/>
                <a:cs typeface="Archivo Black"/>
                <a:sym typeface="Archivo Black"/>
              </a:defRPr>
            </a:lvl2pPr>
            <a:lvl3pPr indent="-381000" lvl="2" marL="1371600" marR="0" rtl="0" algn="l">
              <a:spcBef>
                <a:spcPts val="480"/>
              </a:spcBef>
              <a:spcAft>
                <a:spcPts val="0"/>
              </a:spcAft>
              <a:buClr>
                <a:schemeClr val="dk1"/>
              </a:buClr>
              <a:buSzPts val="2400"/>
              <a:buFont typeface="Archivo Black"/>
              <a:buChar char="•"/>
              <a:defRPr i="0" sz="2400" u="none" cap="none" strike="noStrike">
                <a:solidFill>
                  <a:schemeClr val="dk1"/>
                </a:solidFill>
                <a:latin typeface="Archivo Black"/>
                <a:ea typeface="Archivo Black"/>
                <a:cs typeface="Archivo Black"/>
                <a:sym typeface="Archivo Black"/>
              </a:defRPr>
            </a:lvl3pPr>
            <a:lvl4pPr indent="-381000" lvl="3" marL="1828800" marR="0" rtl="0" algn="l">
              <a:spcBef>
                <a:spcPts val="400"/>
              </a:spcBef>
              <a:spcAft>
                <a:spcPts val="0"/>
              </a:spcAft>
              <a:buClr>
                <a:schemeClr val="dk1"/>
              </a:buClr>
              <a:buSzPts val="2400"/>
              <a:buFont typeface="Archivo Black"/>
              <a:buChar char="–"/>
              <a:defRPr i="0" sz="2400" u="none" cap="none" strike="noStrike">
                <a:solidFill>
                  <a:schemeClr val="dk1"/>
                </a:solidFill>
                <a:latin typeface="Archivo Black"/>
                <a:ea typeface="Archivo Black"/>
                <a:cs typeface="Archivo Black"/>
                <a:sym typeface="Archivo Black"/>
              </a:defRPr>
            </a:lvl4pPr>
            <a:lvl5pPr indent="-381000" lvl="4" marL="2286000" marR="0" rtl="0" algn="l">
              <a:spcBef>
                <a:spcPts val="400"/>
              </a:spcBef>
              <a:spcAft>
                <a:spcPts val="0"/>
              </a:spcAft>
              <a:buClr>
                <a:schemeClr val="dk1"/>
              </a:buClr>
              <a:buSzPts val="2400"/>
              <a:buFont typeface="Archivo Black"/>
              <a:buChar char="»"/>
              <a:defRPr i="0" sz="2400" u="none" cap="none" strike="noStrike">
                <a:solidFill>
                  <a:schemeClr val="dk1"/>
                </a:solidFill>
                <a:latin typeface="Archivo Black"/>
                <a:ea typeface="Archivo Black"/>
                <a:cs typeface="Archivo Black"/>
                <a:sym typeface="Archivo Black"/>
              </a:defRPr>
            </a:lvl5pPr>
            <a:lvl6pPr indent="-381000" lvl="5" marL="2743200" marR="0" rtl="0" algn="l">
              <a:spcBef>
                <a:spcPts val="400"/>
              </a:spcBef>
              <a:spcAft>
                <a:spcPts val="0"/>
              </a:spcAft>
              <a:buClr>
                <a:schemeClr val="dk1"/>
              </a:buClr>
              <a:buSzPts val="2400"/>
              <a:buFont typeface="Archivo Black"/>
              <a:buChar char="•"/>
              <a:defRPr i="0" sz="2400" u="none" cap="none" strike="noStrike">
                <a:solidFill>
                  <a:schemeClr val="dk1"/>
                </a:solidFill>
                <a:latin typeface="Archivo Black"/>
                <a:ea typeface="Archivo Black"/>
                <a:cs typeface="Archivo Black"/>
                <a:sym typeface="Archivo Black"/>
              </a:defRPr>
            </a:lvl6pPr>
            <a:lvl7pPr indent="-381000" lvl="6" marL="3200400" marR="0" rtl="0" algn="l">
              <a:spcBef>
                <a:spcPts val="400"/>
              </a:spcBef>
              <a:spcAft>
                <a:spcPts val="0"/>
              </a:spcAft>
              <a:buClr>
                <a:schemeClr val="dk1"/>
              </a:buClr>
              <a:buSzPts val="2400"/>
              <a:buFont typeface="Archivo Black"/>
              <a:buChar char="•"/>
              <a:defRPr i="0" sz="2400" u="none" cap="none" strike="noStrike">
                <a:solidFill>
                  <a:schemeClr val="dk1"/>
                </a:solidFill>
                <a:latin typeface="Archivo Black"/>
                <a:ea typeface="Archivo Black"/>
                <a:cs typeface="Archivo Black"/>
                <a:sym typeface="Archivo Black"/>
              </a:defRPr>
            </a:lvl7pPr>
            <a:lvl8pPr indent="-381000" lvl="7" marL="3657600" marR="0" rtl="0" algn="l">
              <a:spcBef>
                <a:spcPts val="400"/>
              </a:spcBef>
              <a:spcAft>
                <a:spcPts val="0"/>
              </a:spcAft>
              <a:buClr>
                <a:schemeClr val="dk1"/>
              </a:buClr>
              <a:buSzPts val="2400"/>
              <a:buFont typeface="Archivo Black"/>
              <a:buChar char="•"/>
              <a:defRPr i="0" sz="2400" u="none" cap="none" strike="noStrike">
                <a:solidFill>
                  <a:schemeClr val="dk1"/>
                </a:solidFill>
                <a:latin typeface="Archivo Black"/>
                <a:ea typeface="Archivo Black"/>
                <a:cs typeface="Archivo Black"/>
                <a:sym typeface="Archivo Black"/>
              </a:defRPr>
            </a:lvl8pPr>
            <a:lvl9pPr indent="-381000" lvl="8" marL="4114800" marR="0" rtl="0" algn="l">
              <a:spcBef>
                <a:spcPts val="400"/>
              </a:spcBef>
              <a:spcAft>
                <a:spcPts val="0"/>
              </a:spcAft>
              <a:buClr>
                <a:schemeClr val="dk1"/>
              </a:buClr>
              <a:buSzPts val="2400"/>
              <a:buFont typeface="Archivo Black"/>
              <a:buChar char="•"/>
              <a:defRPr i="0" sz="2400" u="none" cap="none" strike="noStrike">
                <a:solidFill>
                  <a:schemeClr val="dk1"/>
                </a:solidFill>
                <a:latin typeface="Archivo Black"/>
                <a:ea typeface="Archivo Black"/>
                <a:cs typeface="Archivo Black"/>
                <a:sym typeface="Archivo Black"/>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19.png"/><Relationship Id="rId5" Type="http://schemas.openxmlformats.org/officeDocument/2006/relationships/image" Target="../media/image8.png"/><Relationship Id="rId6" Type="http://schemas.openxmlformats.org/officeDocument/2006/relationships/image" Target="../media/image13.png"/><Relationship Id="rId7" Type="http://schemas.openxmlformats.org/officeDocument/2006/relationships/image" Target="../media/image17.png"/><Relationship Id="rId8"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23.png"/><Relationship Id="rId6"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23.png"/><Relationship Id="rId6"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23.png"/><Relationship Id="rId6" Type="http://schemas.openxmlformats.org/officeDocument/2006/relationships/image" Target="../media/image14.png"/><Relationship Id="rId7"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image" Target="../media/image5.png"/><Relationship Id="rId6" Type="http://schemas.openxmlformats.org/officeDocument/2006/relationships/image" Target="../media/image12.png"/><Relationship Id="rId7" Type="http://schemas.openxmlformats.org/officeDocument/2006/relationships/image" Target="../media/image24.png"/><Relationship Id="rId8"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2.png"/><Relationship Id="rId6" Type="http://schemas.openxmlformats.org/officeDocument/2006/relationships/image" Target="../media/image14.png"/><Relationship Id="rId7"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image" Target="../media/image1.png"/><Relationship Id="rId6" Type="http://schemas.openxmlformats.org/officeDocument/2006/relationships/image" Target="../media/image22.png"/><Relationship Id="rId7"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3.png"/><Relationship Id="rId5" Type="http://schemas.openxmlformats.org/officeDocument/2006/relationships/image" Target="../media/image11.png"/><Relationship Id="rId6" Type="http://schemas.openxmlformats.org/officeDocument/2006/relationships/image" Target="../media/image1.png"/><Relationship Id="rId7" Type="http://schemas.openxmlformats.org/officeDocument/2006/relationships/image" Target="../media/image22.png"/><Relationship Id="rId8"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0.png"/><Relationship Id="rId4" Type="http://schemas.openxmlformats.org/officeDocument/2006/relationships/image" Target="../media/image1.png"/><Relationship Id="rId5" Type="http://schemas.openxmlformats.org/officeDocument/2006/relationships/image" Target="../media/image22.png"/><Relationship Id="rId6"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image" Target="../media/image5.png"/><Relationship Id="rId6"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hyperlink" Target="https://nvd.nist.gov/" TargetMode="External"/><Relationship Id="rId5" Type="http://schemas.openxmlformats.org/officeDocument/2006/relationships/image" Target="../media/image11.png"/><Relationship Id="rId6" Type="http://schemas.openxmlformats.org/officeDocument/2006/relationships/image" Target="../media/image5.png"/><Relationship Id="rId7"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image" Target="../media/image5.png"/><Relationship Id="rId6"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23.png"/><Relationship Id="rId6" Type="http://schemas.openxmlformats.org/officeDocument/2006/relationships/image" Target="../media/image14.png"/><Relationship Id="rId7" Type="http://schemas.openxmlformats.org/officeDocument/2006/relationships/image" Target="../media/image11.png"/><Relationship Id="rId8" Type="http://schemas.openxmlformats.org/officeDocument/2006/relationships/image" Target="../media/image2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23.png"/><Relationship Id="rId6" Type="http://schemas.openxmlformats.org/officeDocument/2006/relationships/image" Target="../media/image14.png"/><Relationship Id="rId7" Type="http://schemas.openxmlformats.org/officeDocument/2006/relationships/image" Target="../media/image11.png"/><Relationship Id="rId8" Type="http://schemas.openxmlformats.org/officeDocument/2006/relationships/image" Target="../media/image2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4.png"/><Relationship Id="rId4" Type="http://schemas.openxmlformats.org/officeDocument/2006/relationships/image" Target="../media/image22.png"/><Relationship Id="rId5" Type="http://schemas.openxmlformats.org/officeDocument/2006/relationships/image" Target="../media/image31.png"/><Relationship Id="rId6" Type="http://schemas.openxmlformats.org/officeDocument/2006/relationships/image" Target="../media/image11.png"/><Relationship Id="rId7" Type="http://schemas.openxmlformats.org/officeDocument/2006/relationships/image" Target="../media/image20.png"/><Relationship Id="rId8"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8.png"/><Relationship Id="rId4" Type="http://schemas.openxmlformats.org/officeDocument/2006/relationships/image" Target="../media/image23.png"/><Relationship Id="rId9" Type="http://schemas.openxmlformats.org/officeDocument/2006/relationships/image" Target="../media/image1.png"/><Relationship Id="rId5" Type="http://schemas.openxmlformats.org/officeDocument/2006/relationships/image" Target="../media/image14.png"/><Relationship Id="rId6" Type="http://schemas.openxmlformats.org/officeDocument/2006/relationships/image" Target="../media/image22.png"/><Relationship Id="rId7" Type="http://schemas.openxmlformats.org/officeDocument/2006/relationships/image" Target="../media/image11.png"/><Relationship Id="rId8"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2.png"/><Relationship Id="rId4" Type="http://schemas.openxmlformats.org/officeDocument/2006/relationships/image" Target="../media/image14.png"/><Relationship Id="rId5" Type="http://schemas.openxmlformats.org/officeDocument/2006/relationships/image" Target="../media/image22.png"/><Relationship Id="rId6" Type="http://schemas.openxmlformats.org/officeDocument/2006/relationships/image" Target="../media/image11.png"/><Relationship Id="rId7" Type="http://schemas.openxmlformats.org/officeDocument/2006/relationships/image" Target="../media/image20.png"/><Relationship Id="rId8"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8.png"/><Relationship Id="rId4" Type="http://schemas.openxmlformats.org/officeDocument/2006/relationships/image" Target="../media/image14.png"/><Relationship Id="rId5"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cxnSp>
        <p:nvCxnSpPr>
          <p:cNvPr id="63" name="Google Shape;63;p11"/>
          <p:cNvCxnSpPr/>
          <p:nvPr/>
        </p:nvCxnSpPr>
        <p:spPr>
          <a:xfrm>
            <a:off x="-198858" y="4727345"/>
            <a:ext cx="7291735" cy="0"/>
          </a:xfrm>
          <a:prstGeom prst="straightConnector1">
            <a:avLst/>
          </a:prstGeom>
          <a:noFill/>
          <a:ln cap="flat" cmpd="sng" w="38100">
            <a:solidFill>
              <a:srgbClr val="C2C2C2"/>
            </a:solidFill>
            <a:prstDash val="solid"/>
            <a:round/>
            <a:headEnd len="sm" w="sm" type="none"/>
            <a:tailEnd len="sm" w="sm" type="none"/>
          </a:ln>
        </p:spPr>
      </p:cxnSp>
      <p:cxnSp>
        <p:nvCxnSpPr>
          <p:cNvPr id="64" name="Google Shape;64;p11"/>
          <p:cNvCxnSpPr/>
          <p:nvPr/>
        </p:nvCxnSpPr>
        <p:spPr>
          <a:xfrm>
            <a:off x="4399134" y="1834466"/>
            <a:ext cx="0" cy="6885710"/>
          </a:xfrm>
          <a:prstGeom prst="straightConnector1">
            <a:avLst/>
          </a:prstGeom>
          <a:noFill/>
          <a:ln cap="flat" cmpd="sng" w="38100">
            <a:solidFill>
              <a:srgbClr val="C2C2C2"/>
            </a:solidFill>
            <a:prstDash val="solid"/>
            <a:round/>
            <a:headEnd len="sm" w="sm" type="none"/>
            <a:tailEnd len="sm" w="sm" type="none"/>
          </a:ln>
        </p:spPr>
      </p:cxnSp>
      <p:cxnSp>
        <p:nvCxnSpPr>
          <p:cNvPr id="65" name="Google Shape;65;p11"/>
          <p:cNvCxnSpPr/>
          <p:nvPr/>
        </p:nvCxnSpPr>
        <p:spPr>
          <a:xfrm>
            <a:off x="-198858" y="5906925"/>
            <a:ext cx="7291735" cy="0"/>
          </a:xfrm>
          <a:prstGeom prst="straightConnector1">
            <a:avLst/>
          </a:prstGeom>
          <a:noFill/>
          <a:ln cap="flat" cmpd="sng" w="38100">
            <a:solidFill>
              <a:srgbClr val="C2C2C2"/>
            </a:solidFill>
            <a:prstDash val="solid"/>
            <a:round/>
            <a:headEnd len="sm" w="sm" type="none"/>
            <a:tailEnd len="sm" w="sm" type="none"/>
          </a:ln>
        </p:spPr>
      </p:cxnSp>
      <p:cxnSp>
        <p:nvCxnSpPr>
          <p:cNvPr id="66" name="Google Shape;66;p11"/>
          <p:cNvCxnSpPr/>
          <p:nvPr/>
        </p:nvCxnSpPr>
        <p:spPr>
          <a:xfrm>
            <a:off x="3119037" y="1834466"/>
            <a:ext cx="0" cy="6885710"/>
          </a:xfrm>
          <a:prstGeom prst="straightConnector1">
            <a:avLst/>
          </a:prstGeom>
          <a:noFill/>
          <a:ln cap="flat" cmpd="sng" w="38100">
            <a:solidFill>
              <a:srgbClr val="C2C2C2"/>
            </a:solidFill>
            <a:prstDash val="solid"/>
            <a:round/>
            <a:headEnd len="sm" w="sm" type="none"/>
            <a:tailEnd len="sm" w="sm" type="none"/>
          </a:ln>
        </p:spPr>
      </p:cxnSp>
      <p:cxnSp>
        <p:nvCxnSpPr>
          <p:cNvPr id="67" name="Google Shape;67;p11"/>
          <p:cNvCxnSpPr/>
          <p:nvPr/>
        </p:nvCxnSpPr>
        <p:spPr>
          <a:xfrm>
            <a:off x="-198858" y="7086506"/>
            <a:ext cx="7291735" cy="0"/>
          </a:xfrm>
          <a:prstGeom prst="straightConnector1">
            <a:avLst/>
          </a:prstGeom>
          <a:noFill/>
          <a:ln cap="flat" cmpd="sng" w="38100">
            <a:solidFill>
              <a:srgbClr val="C2C2C2"/>
            </a:solidFill>
            <a:prstDash val="solid"/>
            <a:round/>
            <a:headEnd len="sm" w="sm" type="none"/>
            <a:tailEnd len="sm" w="sm" type="none"/>
          </a:ln>
        </p:spPr>
      </p:cxnSp>
      <p:cxnSp>
        <p:nvCxnSpPr>
          <p:cNvPr id="68" name="Google Shape;68;p11"/>
          <p:cNvCxnSpPr/>
          <p:nvPr/>
        </p:nvCxnSpPr>
        <p:spPr>
          <a:xfrm>
            <a:off x="1838940" y="1834466"/>
            <a:ext cx="0" cy="6885710"/>
          </a:xfrm>
          <a:prstGeom prst="straightConnector1">
            <a:avLst/>
          </a:prstGeom>
          <a:noFill/>
          <a:ln cap="flat" cmpd="sng" w="38100">
            <a:solidFill>
              <a:srgbClr val="C2C2C2"/>
            </a:solidFill>
            <a:prstDash val="solid"/>
            <a:round/>
            <a:headEnd len="sm" w="sm" type="none"/>
            <a:tailEnd len="sm" w="sm" type="none"/>
          </a:ln>
        </p:spPr>
      </p:cxnSp>
      <p:cxnSp>
        <p:nvCxnSpPr>
          <p:cNvPr id="69" name="Google Shape;69;p11"/>
          <p:cNvCxnSpPr/>
          <p:nvPr/>
        </p:nvCxnSpPr>
        <p:spPr>
          <a:xfrm>
            <a:off x="558843" y="1834466"/>
            <a:ext cx="0" cy="6885710"/>
          </a:xfrm>
          <a:prstGeom prst="straightConnector1">
            <a:avLst/>
          </a:prstGeom>
          <a:noFill/>
          <a:ln cap="flat" cmpd="sng" w="38100">
            <a:solidFill>
              <a:srgbClr val="C2C2C2"/>
            </a:solidFill>
            <a:prstDash val="solid"/>
            <a:round/>
            <a:headEnd len="sm" w="sm" type="none"/>
            <a:tailEnd len="sm" w="sm" type="none"/>
          </a:ln>
        </p:spPr>
      </p:cxnSp>
      <p:cxnSp>
        <p:nvCxnSpPr>
          <p:cNvPr id="70" name="Google Shape;70;p11"/>
          <p:cNvCxnSpPr/>
          <p:nvPr/>
        </p:nvCxnSpPr>
        <p:spPr>
          <a:xfrm>
            <a:off x="-198858" y="2415219"/>
            <a:ext cx="7291735" cy="0"/>
          </a:xfrm>
          <a:prstGeom prst="straightConnector1">
            <a:avLst/>
          </a:prstGeom>
          <a:noFill/>
          <a:ln cap="flat" cmpd="sng" w="38100">
            <a:solidFill>
              <a:srgbClr val="C2C2C2"/>
            </a:solidFill>
            <a:prstDash val="solid"/>
            <a:round/>
            <a:headEnd len="sm" w="sm" type="none"/>
            <a:tailEnd len="sm" w="sm" type="none"/>
          </a:ln>
        </p:spPr>
      </p:cxnSp>
      <p:cxnSp>
        <p:nvCxnSpPr>
          <p:cNvPr id="71" name="Google Shape;71;p11"/>
          <p:cNvCxnSpPr/>
          <p:nvPr/>
        </p:nvCxnSpPr>
        <p:spPr>
          <a:xfrm>
            <a:off x="6373390" y="1834466"/>
            <a:ext cx="0" cy="6550771"/>
          </a:xfrm>
          <a:prstGeom prst="straightConnector1">
            <a:avLst/>
          </a:prstGeom>
          <a:noFill/>
          <a:ln cap="flat" cmpd="sng" w="38100">
            <a:solidFill>
              <a:srgbClr val="C2C2C2"/>
            </a:solidFill>
            <a:prstDash val="solid"/>
            <a:round/>
            <a:headEnd len="sm" w="sm" type="none"/>
            <a:tailEnd len="sm" w="sm" type="none"/>
          </a:ln>
        </p:spPr>
      </p:cxnSp>
      <p:cxnSp>
        <p:nvCxnSpPr>
          <p:cNvPr id="72" name="Google Shape;72;p11"/>
          <p:cNvCxnSpPr/>
          <p:nvPr/>
        </p:nvCxnSpPr>
        <p:spPr>
          <a:xfrm>
            <a:off x="-198858" y="3594799"/>
            <a:ext cx="7291735" cy="0"/>
          </a:xfrm>
          <a:prstGeom prst="straightConnector1">
            <a:avLst/>
          </a:prstGeom>
          <a:noFill/>
          <a:ln cap="flat" cmpd="sng" w="38100">
            <a:solidFill>
              <a:srgbClr val="C2C2C2"/>
            </a:solidFill>
            <a:prstDash val="solid"/>
            <a:round/>
            <a:headEnd len="sm" w="sm" type="none"/>
            <a:tailEnd len="sm" w="sm" type="none"/>
          </a:ln>
        </p:spPr>
      </p:cxnSp>
      <p:cxnSp>
        <p:nvCxnSpPr>
          <p:cNvPr id="73" name="Google Shape;73;p11"/>
          <p:cNvCxnSpPr/>
          <p:nvPr/>
        </p:nvCxnSpPr>
        <p:spPr>
          <a:xfrm>
            <a:off x="5414136" y="1834466"/>
            <a:ext cx="0" cy="6550771"/>
          </a:xfrm>
          <a:prstGeom prst="straightConnector1">
            <a:avLst/>
          </a:prstGeom>
          <a:noFill/>
          <a:ln cap="flat" cmpd="sng" w="38100">
            <a:solidFill>
              <a:srgbClr val="C2C2C2"/>
            </a:solidFill>
            <a:prstDash val="solid"/>
            <a:round/>
            <a:headEnd len="sm" w="sm" type="none"/>
            <a:tailEnd len="sm" w="sm" type="none"/>
          </a:ln>
        </p:spPr>
      </p:cxnSp>
      <p:sp>
        <p:nvSpPr>
          <p:cNvPr id="74" name="Google Shape;74;p11"/>
          <p:cNvSpPr/>
          <p:nvPr/>
        </p:nvSpPr>
        <p:spPr>
          <a:xfrm>
            <a:off x="1382218" y="2982085"/>
            <a:ext cx="4991173" cy="6702773"/>
          </a:xfrm>
          <a:custGeom>
            <a:rect b="b" l="l" r="r" t="t"/>
            <a:pathLst>
              <a:path extrusionOk="0" h="1091530" w="812800">
                <a:moveTo>
                  <a:pt x="0" y="0"/>
                </a:moveTo>
                <a:lnTo>
                  <a:pt x="812800" y="0"/>
                </a:lnTo>
                <a:lnTo>
                  <a:pt x="812800" y="1091530"/>
                </a:lnTo>
                <a:lnTo>
                  <a:pt x="0" y="1091530"/>
                </a:lnTo>
                <a:close/>
              </a:path>
            </a:pathLst>
          </a:custGeom>
          <a:solidFill>
            <a:srgbClr val="B62C16"/>
          </a:solidFill>
          <a:ln cap="flat" cmpd="sng" w="12700">
            <a:solidFill>
              <a:srgbClr val="000000"/>
            </a:solidFill>
            <a:prstDash val="solid"/>
            <a:round/>
            <a:headEnd len="sm" w="sm" type="none"/>
            <a:tailEnd len="sm" w="sm" type="none"/>
          </a:ln>
        </p:spPr>
      </p:sp>
      <p:grpSp>
        <p:nvGrpSpPr>
          <p:cNvPr id="75" name="Google Shape;75;p11"/>
          <p:cNvGrpSpPr/>
          <p:nvPr/>
        </p:nvGrpSpPr>
        <p:grpSpPr>
          <a:xfrm>
            <a:off x="931693" y="2243189"/>
            <a:ext cx="5106947" cy="7136409"/>
            <a:chOff x="0" y="-47625"/>
            <a:chExt cx="1413811" cy="1975649"/>
          </a:xfrm>
        </p:grpSpPr>
        <p:sp>
          <p:nvSpPr>
            <p:cNvPr id="76" name="Google Shape;76;p11"/>
            <p:cNvSpPr/>
            <p:nvPr/>
          </p:nvSpPr>
          <p:spPr>
            <a:xfrm>
              <a:off x="0" y="0"/>
              <a:ext cx="1413811" cy="1928024"/>
            </a:xfrm>
            <a:custGeom>
              <a:rect b="b" l="l" r="r" t="t"/>
              <a:pathLst>
                <a:path extrusionOk="0" h="1928024" w="1413811">
                  <a:moveTo>
                    <a:pt x="0" y="0"/>
                  </a:moveTo>
                  <a:lnTo>
                    <a:pt x="1413811" y="0"/>
                  </a:lnTo>
                  <a:lnTo>
                    <a:pt x="1413811" y="1928024"/>
                  </a:lnTo>
                  <a:lnTo>
                    <a:pt x="0" y="1928024"/>
                  </a:lnTo>
                  <a:close/>
                </a:path>
              </a:pathLst>
            </a:custGeom>
            <a:solidFill>
              <a:srgbClr val="000000">
                <a:alpha val="0"/>
              </a:srgbClr>
            </a:solidFill>
            <a:ln cap="sq" cmpd="sng" w="47625">
              <a:solidFill>
                <a:srgbClr val="000000"/>
              </a:solidFill>
              <a:prstDash val="solid"/>
              <a:miter lim="8000"/>
              <a:headEnd len="sm" w="sm" type="none"/>
              <a:tailEnd len="sm" w="sm" type="none"/>
            </a:ln>
          </p:spPr>
        </p:sp>
        <p:sp>
          <p:nvSpPr>
            <p:cNvPr id="77" name="Google Shape;77;p11"/>
            <p:cNvSpPr txBox="1"/>
            <p:nvPr/>
          </p:nvSpPr>
          <p:spPr>
            <a:xfrm>
              <a:off x="0" y="-47625"/>
              <a:ext cx="1413811" cy="1975649"/>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8" name="Google Shape;78;p11"/>
          <p:cNvGrpSpPr/>
          <p:nvPr/>
        </p:nvGrpSpPr>
        <p:grpSpPr>
          <a:xfrm>
            <a:off x="8653351" y="1653639"/>
            <a:ext cx="9634713" cy="7604708"/>
            <a:chOff x="0" y="-47625"/>
            <a:chExt cx="2537521" cy="2002873"/>
          </a:xfrm>
        </p:grpSpPr>
        <p:sp>
          <p:nvSpPr>
            <p:cNvPr id="79" name="Google Shape;79;p11"/>
            <p:cNvSpPr/>
            <p:nvPr/>
          </p:nvSpPr>
          <p:spPr>
            <a:xfrm>
              <a:off x="0" y="0"/>
              <a:ext cx="2537521" cy="1955248"/>
            </a:xfrm>
            <a:custGeom>
              <a:rect b="b" l="l" r="r" t="t"/>
              <a:pathLst>
                <a:path extrusionOk="0" h="1955248" w="2537521">
                  <a:moveTo>
                    <a:pt x="0" y="0"/>
                  </a:moveTo>
                  <a:lnTo>
                    <a:pt x="2537521" y="0"/>
                  </a:lnTo>
                  <a:lnTo>
                    <a:pt x="2537521" y="1955248"/>
                  </a:lnTo>
                  <a:lnTo>
                    <a:pt x="0" y="1955248"/>
                  </a:lnTo>
                  <a:close/>
                </a:path>
              </a:pathLst>
            </a:custGeom>
            <a:solidFill>
              <a:srgbClr val="EAEAEA"/>
            </a:solidFill>
            <a:ln>
              <a:noFill/>
            </a:ln>
          </p:spPr>
        </p:sp>
        <p:sp>
          <p:nvSpPr>
            <p:cNvPr id="80" name="Google Shape;80;p11"/>
            <p:cNvSpPr txBox="1"/>
            <p:nvPr/>
          </p:nvSpPr>
          <p:spPr>
            <a:xfrm>
              <a:off x="0" y="-47625"/>
              <a:ext cx="2537521" cy="2002873"/>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pic>
        <p:nvPicPr>
          <p:cNvPr id="81" name="Google Shape;81;p11"/>
          <p:cNvPicPr preferRelativeResize="0"/>
          <p:nvPr/>
        </p:nvPicPr>
        <p:blipFill>
          <a:blip r:embed="rId3">
            <a:alphaModFix/>
          </a:blip>
          <a:stretch>
            <a:fillRect/>
          </a:stretch>
        </p:blipFill>
        <p:spPr>
          <a:xfrm>
            <a:off x="10994075" y="9010346"/>
            <a:ext cx="7210599" cy="444655"/>
          </a:xfrm>
          <a:prstGeom prst="rect">
            <a:avLst/>
          </a:prstGeom>
          <a:noFill/>
          <a:ln>
            <a:noFill/>
          </a:ln>
        </p:spPr>
      </p:pic>
      <p:grpSp>
        <p:nvGrpSpPr>
          <p:cNvPr id="82" name="Google Shape;82;p11"/>
          <p:cNvGrpSpPr/>
          <p:nvPr/>
        </p:nvGrpSpPr>
        <p:grpSpPr>
          <a:xfrm>
            <a:off x="15201900" y="-180826"/>
            <a:ext cx="3086100" cy="1648599"/>
            <a:chOff x="0" y="-47625"/>
            <a:chExt cx="812800" cy="434199"/>
          </a:xfrm>
        </p:grpSpPr>
        <p:sp>
          <p:nvSpPr>
            <p:cNvPr id="83" name="Google Shape;83;p11"/>
            <p:cNvSpPr/>
            <p:nvPr/>
          </p:nvSpPr>
          <p:spPr>
            <a:xfrm>
              <a:off x="0" y="0"/>
              <a:ext cx="812800" cy="386574"/>
            </a:xfrm>
            <a:custGeom>
              <a:rect b="b" l="l" r="r" t="t"/>
              <a:pathLst>
                <a:path extrusionOk="0" h="386574" w="812800">
                  <a:moveTo>
                    <a:pt x="0" y="0"/>
                  </a:moveTo>
                  <a:lnTo>
                    <a:pt x="812800" y="0"/>
                  </a:lnTo>
                  <a:lnTo>
                    <a:pt x="812800" y="386574"/>
                  </a:lnTo>
                  <a:lnTo>
                    <a:pt x="0" y="386574"/>
                  </a:lnTo>
                  <a:close/>
                </a:path>
              </a:pathLst>
            </a:custGeom>
            <a:solidFill>
              <a:srgbClr val="B62C16"/>
            </a:solidFill>
            <a:ln>
              <a:noFill/>
            </a:ln>
          </p:spPr>
        </p:sp>
        <p:sp>
          <p:nvSpPr>
            <p:cNvPr id="84" name="Google Shape;84;p11"/>
            <p:cNvSpPr txBox="1"/>
            <p:nvPr/>
          </p:nvSpPr>
          <p:spPr>
            <a:xfrm>
              <a:off x="0" y="-47625"/>
              <a:ext cx="812800" cy="434199"/>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5" name="Google Shape;85;p11"/>
          <p:cNvSpPr txBox="1"/>
          <p:nvPr/>
        </p:nvSpPr>
        <p:spPr>
          <a:xfrm>
            <a:off x="9164841" y="2716082"/>
            <a:ext cx="8496600" cy="24321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lang="en-US" sz="7900">
                <a:solidFill>
                  <a:schemeClr val="dk1"/>
                </a:solidFill>
                <a:latin typeface="Archivo Black"/>
                <a:ea typeface="Archivo Black"/>
                <a:cs typeface="Archivo Black"/>
                <a:sym typeface="Archivo Black"/>
              </a:rPr>
              <a:t>AI</a:t>
            </a:r>
            <a:r>
              <a:rPr lang="en-US" sz="7900">
                <a:solidFill>
                  <a:srgbClr val="B62C16"/>
                </a:solidFill>
                <a:latin typeface="Archivo Black"/>
                <a:ea typeface="Archivo Black"/>
                <a:cs typeface="Archivo Black"/>
                <a:sym typeface="Archivo Black"/>
              </a:rPr>
              <a:t> PenTesting Suite</a:t>
            </a:r>
            <a:endParaRPr sz="1800"/>
          </a:p>
        </p:txBody>
      </p:sp>
      <p:grpSp>
        <p:nvGrpSpPr>
          <p:cNvPr id="86" name="Google Shape;86;p11"/>
          <p:cNvGrpSpPr/>
          <p:nvPr/>
        </p:nvGrpSpPr>
        <p:grpSpPr>
          <a:xfrm>
            <a:off x="14583783" y="7743350"/>
            <a:ext cx="2939154" cy="826741"/>
            <a:chOff x="0" y="-47625"/>
            <a:chExt cx="774093" cy="217741"/>
          </a:xfrm>
        </p:grpSpPr>
        <p:sp>
          <p:nvSpPr>
            <p:cNvPr id="87" name="Google Shape;87;p11"/>
            <p:cNvSpPr/>
            <p:nvPr/>
          </p:nvSpPr>
          <p:spPr>
            <a:xfrm>
              <a:off x="0" y="0"/>
              <a:ext cx="774093" cy="170116"/>
            </a:xfrm>
            <a:custGeom>
              <a:rect b="b" l="l" r="r" t="t"/>
              <a:pathLst>
                <a:path extrusionOk="0" h="170116" w="774093">
                  <a:moveTo>
                    <a:pt x="0" y="0"/>
                  </a:moveTo>
                  <a:lnTo>
                    <a:pt x="774093" y="0"/>
                  </a:lnTo>
                  <a:lnTo>
                    <a:pt x="774093" y="170116"/>
                  </a:lnTo>
                  <a:lnTo>
                    <a:pt x="0" y="170116"/>
                  </a:lnTo>
                  <a:close/>
                </a:path>
              </a:pathLst>
            </a:custGeom>
            <a:solidFill>
              <a:srgbClr val="B62C16"/>
            </a:solidFill>
            <a:ln>
              <a:noFill/>
            </a:ln>
          </p:spPr>
        </p:sp>
        <p:sp>
          <p:nvSpPr>
            <p:cNvPr id="88" name="Google Shape;88;p11"/>
            <p:cNvSpPr txBox="1"/>
            <p:nvPr/>
          </p:nvSpPr>
          <p:spPr>
            <a:xfrm>
              <a:off x="0" y="-47625"/>
              <a:ext cx="774093" cy="217741"/>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9" name="Google Shape;89;p11"/>
          <p:cNvSpPr/>
          <p:nvPr/>
        </p:nvSpPr>
        <p:spPr>
          <a:xfrm rot="5400000">
            <a:off x="16733181" y="9361245"/>
            <a:ext cx="475647" cy="1103822"/>
          </a:xfrm>
          <a:custGeom>
            <a:rect b="b" l="l" r="r" t="t"/>
            <a:pathLst>
              <a:path extrusionOk="0" h="1103822" w="475647">
                <a:moveTo>
                  <a:pt x="0" y="0"/>
                </a:moveTo>
                <a:lnTo>
                  <a:pt x="475647" y="0"/>
                </a:lnTo>
                <a:lnTo>
                  <a:pt x="475647" y="1103823"/>
                </a:lnTo>
                <a:lnTo>
                  <a:pt x="0" y="1103823"/>
                </a:lnTo>
                <a:lnTo>
                  <a:pt x="0" y="0"/>
                </a:lnTo>
                <a:close/>
              </a:path>
            </a:pathLst>
          </a:custGeom>
          <a:blipFill rotWithShape="1">
            <a:blip r:embed="rId4">
              <a:alphaModFix/>
            </a:blip>
            <a:stretch>
              <a:fillRect b="0" l="0" r="0" t="0"/>
            </a:stretch>
          </a:blipFill>
          <a:ln>
            <a:noFill/>
          </a:ln>
        </p:spPr>
      </p:sp>
      <p:sp>
        <p:nvSpPr>
          <p:cNvPr id="90" name="Google Shape;90;p11"/>
          <p:cNvSpPr txBox="1"/>
          <p:nvPr/>
        </p:nvSpPr>
        <p:spPr>
          <a:xfrm>
            <a:off x="10312328" y="6396511"/>
            <a:ext cx="7210500" cy="7758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lang="en-US" sz="2100">
                <a:latin typeface="Open Sans"/>
                <a:ea typeface="Open Sans"/>
                <a:cs typeface="Open Sans"/>
                <a:sym typeface="Open Sans"/>
              </a:rPr>
              <a:t>Un assistente per il lavoro di Penetration Testing, in grado di riconoscere vulnerabilità e fornire supporto.</a:t>
            </a:r>
            <a:endParaRPr/>
          </a:p>
        </p:txBody>
      </p:sp>
      <p:sp>
        <p:nvSpPr>
          <p:cNvPr id="91" name="Google Shape;91;p11"/>
          <p:cNvSpPr txBox="1"/>
          <p:nvPr/>
        </p:nvSpPr>
        <p:spPr>
          <a:xfrm>
            <a:off x="12115806" y="618250"/>
            <a:ext cx="3086100" cy="3078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2000">
                <a:latin typeface="Open Sans"/>
                <a:ea typeface="Open Sans"/>
                <a:cs typeface="Open Sans"/>
                <a:sym typeface="Open Sans"/>
              </a:rPr>
              <a:t>Alessandro Luppino</a:t>
            </a:r>
            <a:endParaRPr/>
          </a:p>
        </p:txBody>
      </p:sp>
      <p:sp>
        <p:nvSpPr>
          <p:cNvPr id="92" name="Google Shape;92;p11"/>
          <p:cNvSpPr txBox="1"/>
          <p:nvPr/>
        </p:nvSpPr>
        <p:spPr>
          <a:xfrm>
            <a:off x="15529851" y="8002650"/>
            <a:ext cx="1243500" cy="384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500" u="none" cap="none" strike="noStrike">
                <a:solidFill>
                  <a:srgbClr val="FFFFFF"/>
                </a:solidFill>
                <a:latin typeface="Open Sans"/>
                <a:ea typeface="Open Sans"/>
                <a:cs typeface="Open Sans"/>
                <a:sym typeface="Open Sans"/>
              </a:rPr>
              <a:t>SLIDES</a:t>
            </a:r>
            <a:endParaRPr/>
          </a:p>
        </p:txBody>
      </p:sp>
      <p:pic>
        <p:nvPicPr>
          <p:cNvPr id="93" name="Google Shape;93;p11"/>
          <p:cNvPicPr preferRelativeResize="0"/>
          <p:nvPr/>
        </p:nvPicPr>
        <p:blipFill>
          <a:blip r:embed="rId5">
            <a:alphaModFix/>
          </a:blip>
          <a:stretch>
            <a:fillRect/>
          </a:stretch>
        </p:blipFill>
        <p:spPr>
          <a:xfrm>
            <a:off x="7952650" y="2199476"/>
            <a:ext cx="1555300" cy="1432029"/>
          </a:xfrm>
          <a:prstGeom prst="rect">
            <a:avLst/>
          </a:prstGeom>
          <a:noFill/>
          <a:ln>
            <a:noFill/>
          </a:ln>
        </p:spPr>
      </p:pic>
      <p:pic>
        <p:nvPicPr>
          <p:cNvPr id="94" name="Google Shape;94;p11"/>
          <p:cNvPicPr preferRelativeResize="0"/>
          <p:nvPr/>
        </p:nvPicPr>
        <p:blipFill>
          <a:blip r:embed="rId6">
            <a:alphaModFix/>
          </a:blip>
          <a:stretch>
            <a:fillRect/>
          </a:stretch>
        </p:blipFill>
        <p:spPr>
          <a:xfrm>
            <a:off x="8989300" y="4219900"/>
            <a:ext cx="1928063" cy="612400"/>
          </a:xfrm>
          <a:prstGeom prst="rect">
            <a:avLst/>
          </a:prstGeom>
          <a:noFill/>
          <a:ln>
            <a:noFill/>
          </a:ln>
        </p:spPr>
      </p:pic>
      <p:pic>
        <p:nvPicPr>
          <p:cNvPr id="95" name="Google Shape;95;p11"/>
          <p:cNvPicPr preferRelativeResize="0"/>
          <p:nvPr/>
        </p:nvPicPr>
        <p:blipFill>
          <a:blip r:embed="rId7">
            <a:alphaModFix/>
          </a:blip>
          <a:stretch>
            <a:fillRect/>
          </a:stretch>
        </p:blipFill>
        <p:spPr>
          <a:xfrm>
            <a:off x="7153246" y="7605374"/>
            <a:ext cx="799400" cy="1505847"/>
          </a:xfrm>
          <a:prstGeom prst="rect">
            <a:avLst/>
          </a:prstGeom>
          <a:noFill/>
          <a:ln>
            <a:noFill/>
          </a:ln>
        </p:spPr>
      </p:pic>
      <p:pic>
        <p:nvPicPr>
          <p:cNvPr id="96" name="Google Shape;96;p11"/>
          <p:cNvPicPr preferRelativeResize="0"/>
          <p:nvPr/>
        </p:nvPicPr>
        <p:blipFill>
          <a:blip r:embed="rId8">
            <a:alphaModFix/>
          </a:blip>
          <a:stretch>
            <a:fillRect/>
          </a:stretch>
        </p:blipFill>
        <p:spPr>
          <a:xfrm>
            <a:off x="558850" y="179000"/>
            <a:ext cx="1186300" cy="1186300"/>
          </a:xfrm>
          <a:prstGeom prst="rect">
            <a:avLst/>
          </a:prstGeom>
          <a:noFill/>
          <a:ln>
            <a:noFill/>
          </a:ln>
        </p:spPr>
      </p:pic>
      <p:pic>
        <p:nvPicPr>
          <p:cNvPr id="97" name="Google Shape;97;p11"/>
          <p:cNvPicPr preferRelativeResize="0"/>
          <p:nvPr/>
        </p:nvPicPr>
        <p:blipFill>
          <a:blip r:embed="rId9">
            <a:alphaModFix/>
          </a:blip>
          <a:stretch>
            <a:fillRect/>
          </a:stretch>
        </p:blipFill>
        <p:spPr>
          <a:xfrm>
            <a:off x="-611387" y="1810363"/>
            <a:ext cx="8193124" cy="819312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2"/>
          <p:cNvSpPr txBox="1"/>
          <p:nvPr/>
        </p:nvSpPr>
        <p:spPr>
          <a:xfrm>
            <a:off x="6033354" y="7041050"/>
            <a:ext cx="5191500" cy="4926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US" sz="3200">
                <a:latin typeface="Archivo Black"/>
                <a:ea typeface="Archivo Black"/>
                <a:cs typeface="Archivo Black"/>
                <a:sym typeface="Archivo Black"/>
              </a:rPr>
              <a:t>REQUISITI &amp; ANALISI</a:t>
            </a:r>
            <a:endParaRPr/>
          </a:p>
        </p:txBody>
      </p:sp>
      <p:sp>
        <p:nvSpPr>
          <p:cNvPr id="103" name="Google Shape;103;p12"/>
          <p:cNvSpPr txBox="1"/>
          <p:nvPr/>
        </p:nvSpPr>
        <p:spPr>
          <a:xfrm>
            <a:off x="6033350" y="7717375"/>
            <a:ext cx="51915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lang="en-US" sz="2400">
                <a:latin typeface="Open Sans"/>
                <a:ea typeface="Open Sans"/>
                <a:cs typeface="Open Sans"/>
                <a:sym typeface="Open Sans"/>
              </a:rPr>
              <a:t>Funzionalità e</a:t>
            </a:r>
            <a:endParaRPr sz="2400">
              <a:latin typeface="Open Sans"/>
              <a:ea typeface="Open Sans"/>
              <a:cs typeface="Open Sans"/>
              <a:sym typeface="Open Sans"/>
            </a:endParaRPr>
          </a:p>
          <a:p>
            <a:pPr indent="0" lvl="0" marL="0" marR="0" rtl="0" algn="ctr">
              <a:lnSpc>
                <a:spcPct val="139958"/>
              </a:lnSpc>
              <a:spcBef>
                <a:spcPts val="0"/>
              </a:spcBef>
              <a:spcAft>
                <a:spcPts val="0"/>
              </a:spcAft>
              <a:buNone/>
            </a:pPr>
            <a:r>
              <a:rPr lang="en-US" sz="2400">
                <a:latin typeface="Open Sans"/>
                <a:ea typeface="Open Sans"/>
                <a:cs typeface="Open Sans"/>
                <a:sym typeface="Open Sans"/>
              </a:rPr>
              <a:t>analisi dei rischi e dei costi.</a:t>
            </a:r>
            <a:endParaRPr/>
          </a:p>
        </p:txBody>
      </p:sp>
      <p:sp>
        <p:nvSpPr>
          <p:cNvPr id="104" name="Google Shape;104;p12"/>
          <p:cNvSpPr txBox="1"/>
          <p:nvPr/>
        </p:nvSpPr>
        <p:spPr>
          <a:xfrm>
            <a:off x="838300" y="7041038"/>
            <a:ext cx="3553500" cy="4926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3200" u="none" cap="none" strike="noStrike">
                <a:solidFill>
                  <a:srgbClr val="000000"/>
                </a:solidFill>
                <a:latin typeface="Archivo Black"/>
                <a:ea typeface="Archivo Black"/>
                <a:cs typeface="Archivo Black"/>
                <a:sym typeface="Archivo Black"/>
              </a:rPr>
              <a:t>INTRODU</a:t>
            </a:r>
            <a:r>
              <a:rPr lang="en-US" sz="3200">
                <a:latin typeface="Archivo Black"/>
                <a:ea typeface="Archivo Black"/>
                <a:cs typeface="Archivo Black"/>
                <a:sym typeface="Archivo Black"/>
              </a:rPr>
              <a:t>ZIONE</a:t>
            </a:r>
            <a:endParaRPr/>
          </a:p>
        </p:txBody>
      </p:sp>
      <p:sp>
        <p:nvSpPr>
          <p:cNvPr id="105" name="Google Shape;105;p12"/>
          <p:cNvSpPr txBox="1"/>
          <p:nvPr/>
        </p:nvSpPr>
        <p:spPr>
          <a:xfrm>
            <a:off x="748150" y="7720175"/>
            <a:ext cx="37338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lang="en-US" sz="2400">
                <a:latin typeface="Open Sans"/>
                <a:ea typeface="Open Sans"/>
                <a:cs typeface="Open Sans"/>
                <a:sym typeface="Open Sans"/>
              </a:rPr>
              <a:t>Obiettivi del progetto attuali e futuri.</a:t>
            </a:r>
            <a:endParaRPr/>
          </a:p>
        </p:txBody>
      </p:sp>
      <p:sp>
        <p:nvSpPr>
          <p:cNvPr id="106" name="Google Shape;106;p12"/>
          <p:cNvSpPr txBox="1"/>
          <p:nvPr/>
        </p:nvSpPr>
        <p:spPr>
          <a:xfrm>
            <a:off x="12544613" y="6985975"/>
            <a:ext cx="4326300" cy="4926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US" sz="3200">
                <a:latin typeface="Archivo Black"/>
                <a:ea typeface="Archivo Black"/>
                <a:cs typeface="Archivo Black"/>
                <a:sym typeface="Archivo Black"/>
              </a:rPr>
              <a:t>PIANIFICAZIONE</a:t>
            </a:r>
            <a:endParaRPr/>
          </a:p>
        </p:txBody>
      </p:sp>
      <p:sp>
        <p:nvSpPr>
          <p:cNvPr id="107" name="Google Shape;107;p12"/>
          <p:cNvSpPr txBox="1"/>
          <p:nvPr/>
        </p:nvSpPr>
        <p:spPr>
          <a:xfrm>
            <a:off x="12673726" y="7720150"/>
            <a:ext cx="4197300" cy="3693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lang="en-US" sz="2400">
                <a:latin typeface="Open Sans"/>
                <a:ea typeface="Open Sans"/>
                <a:cs typeface="Open Sans"/>
                <a:sym typeface="Open Sans"/>
              </a:rPr>
              <a:t>Analisi COCOMO.</a:t>
            </a:r>
            <a:endParaRPr sz="2400">
              <a:latin typeface="Open Sans"/>
              <a:ea typeface="Open Sans"/>
              <a:cs typeface="Open Sans"/>
              <a:sym typeface="Open Sans"/>
            </a:endParaRPr>
          </a:p>
        </p:txBody>
      </p:sp>
      <p:grpSp>
        <p:nvGrpSpPr>
          <p:cNvPr id="108" name="Google Shape;108;p12"/>
          <p:cNvGrpSpPr/>
          <p:nvPr/>
        </p:nvGrpSpPr>
        <p:grpSpPr>
          <a:xfrm>
            <a:off x="0" y="302418"/>
            <a:ext cx="6492188" cy="2674933"/>
            <a:chOff x="0" y="-47625"/>
            <a:chExt cx="1709877" cy="704509"/>
          </a:xfrm>
        </p:grpSpPr>
        <p:sp>
          <p:nvSpPr>
            <p:cNvPr id="109" name="Google Shape;109;p12"/>
            <p:cNvSpPr/>
            <p:nvPr/>
          </p:nvSpPr>
          <p:spPr>
            <a:xfrm>
              <a:off x="0" y="0"/>
              <a:ext cx="1709877" cy="656884"/>
            </a:xfrm>
            <a:custGeom>
              <a:rect b="b" l="l" r="r" t="t"/>
              <a:pathLst>
                <a:path extrusionOk="0" h="656884" w="1709877">
                  <a:moveTo>
                    <a:pt x="0" y="0"/>
                  </a:moveTo>
                  <a:lnTo>
                    <a:pt x="1709877" y="0"/>
                  </a:lnTo>
                  <a:lnTo>
                    <a:pt x="1709877" y="656884"/>
                  </a:lnTo>
                  <a:lnTo>
                    <a:pt x="0" y="656884"/>
                  </a:lnTo>
                  <a:close/>
                </a:path>
              </a:pathLst>
            </a:custGeom>
            <a:solidFill>
              <a:srgbClr val="B62C16"/>
            </a:solidFill>
            <a:ln>
              <a:noFill/>
            </a:ln>
          </p:spPr>
        </p:sp>
        <p:sp>
          <p:nvSpPr>
            <p:cNvPr id="110" name="Google Shape;110;p12"/>
            <p:cNvSpPr txBox="1"/>
            <p:nvPr/>
          </p:nvSpPr>
          <p:spPr>
            <a:xfrm>
              <a:off x="0" y="-47625"/>
              <a:ext cx="1709877" cy="704509"/>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1" name="Google Shape;111;p12"/>
          <p:cNvSpPr txBox="1"/>
          <p:nvPr/>
        </p:nvSpPr>
        <p:spPr>
          <a:xfrm>
            <a:off x="1028700" y="1308777"/>
            <a:ext cx="5463488" cy="94933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7000" u="none" cap="none" strike="noStrike">
                <a:solidFill>
                  <a:srgbClr val="FFFFFF"/>
                </a:solidFill>
                <a:latin typeface="Archivo Black"/>
                <a:ea typeface="Archivo Black"/>
                <a:cs typeface="Archivo Black"/>
                <a:sym typeface="Archivo Black"/>
              </a:rPr>
              <a:t>TABLE OF </a:t>
            </a:r>
            <a:endParaRPr/>
          </a:p>
        </p:txBody>
      </p:sp>
      <p:sp>
        <p:nvSpPr>
          <p:cNvPr id="112" name="Google Shape;112;p12"/>
          <p:cNvSpPr txBox="1"/>
          <p:nvPr/>
        </p:nvSpPr>
        <p:spPr>
          <a:xfrm>
            <a:off x="6749654" y="1312781"/>
            <a:ext cx="5924073" cy="94933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7000" u="none" cap="none" strike="noStrike">
                <a:solidFill>
                  <a:srgbClr val="000000"/>
                </a:solidFill>
                <a:latin typeface="Archivo Black"/>
                <a:ea typeface="Archivo Black"/>
                <a:cs typeface="Archivo Black"/>
                <a:sym typeface="Archivo Black"/>
              </a:rPr>
              <a:t>CONTENTS</a:t>
            </a:r>
            <a:endParaRPr/>
          </a:p>
        </p:txBody>
      </p:sp>
      <p:sp>
        <p:nvSpPr>
          <p:cNvPr id="113" name="Google Shape;113;p12"/>
          <p:cNvSpPr/>
          <p:nvPr/>
        </p:nvSpPr>
        <p:spPr>
          <a:xfrm rot="5400000">
            <a:off x="16469565" y="8944212"/>
            <a:ext cx="475647" cy="1103822"/>
          </a:xfrm>
          <a:custGeom>
            <a:rect b="b" l="l" r="r" t="t"/>
            <a:pathLst>
              <a:path extrusionOk="0" h="1103822" w="475647">
                <a:moveTo>
                  <a:pt x="0" y="0"/>
                </a:moveTo>
                <a:lnTo>
                  <a:pt x="475647" y="0"/>
                </a:lnTo>
                <a:lnTo>
                  <a:pt x="475647" y="1103823"/>
                </a:lnTo>
                <a:lnTo>
                  <a:pt x="0" y="1103823"/>
                </a:lnTo>
                <a:lnTo>
                  <a:pt x="0" y="0"/>
                </a:lnTo>
                <a:close/>
              </a:path>
            </a:pathLst>
          </a:custGeom>
          <a:blipFill rotWithShape="1">
            <a:blip r:embed="rId3">
              <a:alphaModFix/>
            </a:blip>
            <a:stretch>
              <a:fillRect b="0" l="0" r="0" t="0"/>
            </a:stretch>
          </a:blipFill>
          <a:ln>
            <a:noFill/>
          </a:ln>
        </p:spPr>
      </p:sp>
      <p:sp>
        <p:nvSpPr>
          <p:cNvPr id="114" name="Google Shape;114;p12"/>
          <p:cNvSpPr/>
          <p:nvPr/>
        </p:nvSpPr>
        <p:spPr>
          <a:xfrm rot="-5400000">
            <a:off x="1342788" y="8944212"/>
            <a:ext cx="475647" cy="1103822"/>
          </a:xfrm>
          <a:custGeom>
            <a:rect b="b" l="l" r="r" t="t"/>
            <a:pathLst>
              <a:path extrusionOk="0" h="1103822" w="475647">
                <a:moveTo>
                  <a:pt x="0" y="0"/>
                </a:moveTo>
                <a:lnTo>
                  <a:pt x="475647" y="0"/>
                </a:lnTo>
                <a:lnTo>
                  <a:pt x="475647" y="1103823"/>
                </a:lnTo>
                <a:lnTo>
                  <a:pt x="0" y="1103823"/>
                </a:lnTo>
                <a:lnTo>
                  <a:pt x="0" y="0"/>
                </a:lnTo>
                <a:close/>
              </a:path>
            </a:pathLst>
          </a:custGeom>
          <a:blipFill rotWithShape="1">
            <a:blip r:embed="rId3">
              <a:alphaModFix/>
            </a:blip>
            <a:stretch>
              <a:fillRect b="0" l="0" r="0" t="0"/>
            </a:stretch>
          </a:blipFill>
          <a:ln>
            <a:noFill/>
          </a:ln>
        </p:spPr>
      </p:sp>
      <p:grpSp>
        <p:nvGrpSpPr>
          <p:cNvPr id="115" name="Google Shape;115;p12"/>
          <p:cNvGrpSpPr/>
          <p:nvPr/>
        </p:nvGrpSpPr>
        <p:grpSpPr>
          <a:xfrm>
            <a:off x="1028700" y="3424446"/>
            <a:ext cx="2820474" cy="3002460"/>
            <a:chOff x="0" y="-47625"/>
            <a:chExt cx="780822" cy="831203"/>
          </a:xfrm>
        </p:grpSpPr>
        <p:sp>
          <p:nvSpPr>
            <p:cNvPr id="116" name="Google Shape;116;p12"/>
            <p:cNvSpPr/>
            <p:nvPr/>
          </p:nvSpPr>
          <p:spPr>
            <a:xfrm>
              <a:off x="0" y="0"/>
              <a:ext cx="780822" cy="783578"/>
            </a:xfrm>
            <a:custGeom>
              <a:rect b="b" l="l" r="r" t="t"/>
              <a:pathLst>
                <a:path extrusionOk="0" h="783578" w="780822">
                  <a:moveTo>
                    <a:pt x="0" y="0"/>
                  </a:moveTo>
                  <a:lnTo>
                    <a:pt x="780822" y="0"/>
                  </a:lnTo>
                  <a:lnTo>
                    <a:pt x="780822" y="783578"/>
                  </a:lnTo>
                  <a:lnTo>
                    <a:pt x="0" y="783578"/>
                  </a:lnTo>
                  <a:close/>
                </a:path>
              </a:pathLst>
            </a:custGeom>
            <a:solidFill>
              <a:srgbClr val="B62C16"/>
            </a:solidFill>
            <a:ln>
              <a:noFill/>
            </a:ln>
          </p:spPr>
        </p:sp>
        <p:sp>
          <p:nvSpPr>
            <p:cNvPr id="117" name="Google Shape;117;p12"/>
            <p:cNvSpPr txBox="1"/>
            <p:nvPr/>
          </p:nvSpPr>
          <p:spPr>
            <a:xfrm>
              <a:off x="0" y="-47625"/>
              <a:ext cx="780822" cy="831203"/>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8" name="Google Shape;118;p12"/>
          <p:cNvGrpSpPr/>
          <p:nvPr/>
        </p:nvGrpSpPr>
        <p:grpSpPr>
          <a:xfrm>
            <a:off x="7042740" y="3424446"/>
            <a:ext cx="2820474" cy="3002460"/>
            <a:chOff x="0" y="-47625"/>
            <a:chExt cx="780822" cy="831203"/>
          </a:xfrm>
        </p:grpSpPr>
        <p:sp>
          <p:nvSpPr>
            <p:cNvPr id="119" name="Google Shape;119;p12"/>
            <p:cNvSpPr/>
            <p:nvPr/>
          </p:nvSpPr>
          <p:spPr>
            <a:xfrm>
              <a:off x="0" y="0"/>
              <a:ext cx="780822" cy="783578"/>
            </a:xfrm>
            <a:custGeom>
              <a:rect b="b" l="l" r="r" t="t"/>
              <a:pathLst>
                <a:path extrusionOk="0" h="783578" w="780822">
                  <a:moveTo>
                    <a:pt x="0" y="0"/>
                  </a:moveTo>
                  <a:lnTo>
                    <a:pt x="780822" y="0"/>
                  </a:lnTo>
                  <a:lnTo>
                    <a:pt x="780822" y="783578"/>
                  </a:lnTo>
                  <a:lnTo>
                    <a:pt x="0" y="783578"/>
                  </a:lnTo>
                  <a:close/>
                </a:path>
              </a:pathLst>
            </a:custGeom>
            <a:solidFill>
              <a:srgbClr val="B62C16"/>
            </a:solidFill>
            <a:ln>
              <a:noFill/>
            </a:ln>
          </p:spPr>
        </p:sp>
        <p:sp>
          <p:nvSpPr>
            <p:cNvPr id="120" name="Google Shape;120;p12"/>
            <p:cNvSpPr txBox="1"/>
            <p:nvPr/>
          </p:nvSpPr>
          <p:spPr>
            <a:xfrm>
              <a:off x="0" y="-47625"/>
              <a:ext cx="780822" cy="831203"/>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1" name="Google Shape;121;p12"/>
          <p:cNvGrpSpPr/>
          <p:nvPr/>
        </p:nvGrpSpPr>
        <p:grpSpPr>
          <a:xfrm>
            <a:off x="7218864" y="3548866"/>
            <a:ext cx="2820474" cy="3002460"/>
            <a:chOff x="0" y="-47625"/>
            <a:chExt cx="780822" cy="831203"/>
          </a:xfrm>
        </p:grpSpPr>
        <p:sp>
          <p:nvSpPr>
            <p:cNvPr id="122" name="Google Shape;122;p12"/>
            <p:cNvSpPr/>
            <p:nvPr/>
          </p:nvSpPr>
          <p:spPr>
            <a:xfrm>
              <a:off x="0" y="0"/>
              <a:ext cx="780822" cy="783578"/>
            </a:xfrm>
            <a:custGeom>
              <a:rect b="b" l="l" r="r" t="t"/>
              <a:pathLst>
                <a:path extrusionOk="0" h="783578" w="780822">
                  <a:moveTo>
                    <a:pt x="0" y="0"/>
                  </a:moveTo>
                  <a:lnTo>
                    <a:pt x="780822" y="0"/>
                  </a:lnTo>
                  <a:lnTo>
                    <a:pt x="780822" y="783578"/>
                  </a:lnTo>
                  <a:lnTo>
                    <a:pt x="0" y="783578"/>
                  </a:lnTo>
                  <a:close/>
                </a:path>
              </a:pathLst>
            </a:custGeom>
            <a:solidFill>
              <a:srgbClr val="000000">
                <a:alpha val="0"/>
              </a:srgbClr>
            </a:solidFill>
            <a:ln cap="sq" cmpd="sng" w="47625">
              <a:solidFill>
                <a:srgbClr val="000000"/>
              </a:solidFill>
              <a:prstDash val="solid"/>
              <a:miter lim="8000"/>
              <a:headEnd len="sm" w="sm" type="none"/>
              <a:tailEnd len="sm" w="sm" type="none"/>
            </a:ln>
          </p:spPr>
        </p:sp>
        <p:sp>
          <p:nvSpPr>
            <p:cNvPr id="123" name="Google Shape;123;p12"/>
            <p:cNvSpPr txBox="1"/>
            <p:nvPr/>
          </p:nvSpPr>
          <p:spPr>
            <a:xfrm>
              <a:off x="0" y="-47625"/>
              <a:ext cx="780822" cy="831203"/>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4" name="Google Shape;124;p12"/>
          <p:cNvGrpSpPr/>
          <p:nvPr/>
        </p:nvGrpSpPr>
        <p:grpSpPr>
          <a:xfrm>
            <a:off x="15337930" y="-2308289"/>
            <a:ext cx="7291735" cy="6885710"/>
            <a:chOff x="0" y="0"/>
            <a:chExt cx="9722314" cy="9180947"/>
          </a:xfrm>
        </p:grpSpPr>
        <p:cxnSp>
          <p:nvCxnSpPr>
            <p:cNvPr id="125" name="Google Shape;125;p12"/>
            <p:cNvCxnSpPr/>
            <p:nvPr/>
          </p:nvCxnSpPr>
          <p:spPr>
            <a:xfrm>
              <a:off x="0" y="3857172"/>
              <a:ext cx="9722314" cy="0"/>
            </a:xfrm>
            <a:prstGeom prst="straightConnector1">
              <a:avLst/>
            </a:prstGeom>
            <a:noFill/>
            <a:ln cap="flat" cmpd="sng" w="50800">
              <a:solidFill>
                <a:srgbClr val="C2C2C2"/>
              </a:solidFill>
              <a:prstDash val="solid"/>
              <a:round/>
              <a:headEnd len="sm" w="sm" type="none"/>
              <a:tailEnd len="sm" w="sm" type="none"/>
            </a:ln>
          </p:spPr>
        </p:cxnSp>
        <p:cxnSp>
          <p:nvCxnSpPr>
            <p:cNvPr id="126" name="Google Shape;126;p12"/>
            <p:cNvCxnSpPr/>
            <p:nvPr/>
          </p:nvCxnSpPr>
          <p:spPr>
            <a:xfrm>
              <a:off x="0" y="5429945"/>
              <a:ext cx="9722314" cy="0"/>
            </a:xfrm>
            <a:prstGeom prst="straightConnector1">
              <a:avLst/>
            </a:prstGeom>
            <a:noFill/>
            <a:ln cap="flat" cmpd="sng" w="50800">
              <a:solidFill>
                <a:srgbClr val="C2C2C2"/>
              </a:solidFill>
              <a:prstDash val="solid"/>
              <a:round/>
              <a:headEnd len="sm" w="sm" type="none"/>
              <a:tailEnd len="sm" w="sm" type="none"/>
            </a:ln>
          </p:spPr>
        </p:cxnSp>
        <p:cxnSp>
          <p:nvCxnSpPr>
            <p:cNvPr id="127" name="Google Shape;127;p12"/>
            <p:cNvCxnSpPr/>
            <p:nvPr/>
          </p:nvCxnSpPr>
          <p:spPr>
            <a:xfrm>
              <a:off x="0" y="7002719"/>
              <a:ext cx="9722314" cy="0"/>
            </a:xfrm>
            <a:prstGeom prst="straightConnector1">
              <a:avLst/>
            </a:prstGeom>
            <a:noFill/>
            <a:ln cap="flat" cmpd="sng" w="50800">
              <a:solidFill>
                <a:srgbClr val="C2C2C2"/>
              </a:solidFill>
              <a:prstDash val="solid"/>
              <a:round/>
              <a:headEnd len="sm" w="sm" type="none"/>
              <a:tailEnd len="sm" w="sm" type="none"/>
            </a:ln>
          </p:spPr>
        </p:cxnSp>
        <p:cxnSp>
          <p:nvCxnSpPr>
            <p:cNvPr id="128" name="Google Shape;128;p12"/>
            <p:cNvCxnSpPr/>
            <p:nvPr/>
          </p:nvCxnSpPr>
          <p:spPr>
            <a:xfrm>
              <a:off x="2717064" y="0"/>
              <a:ext cx="0" cy="9180947"/>
            </a:xfrm>
            <a:prstGeom prst="straightConnector1">
              <a:avLst/>
            </a:prstGeom>
            <a:noFill/>
            <a:ln cap="flat" cmpd="sng" w="50800">
              <a:solidFill>
                <a:srgbClr val="C2C2C2"/>
              </a:solidFill>
              <a:prstDash val="solid"/>
              <a:round/>
              <a:headEnd len="sm" w="sm" type="none"/>
              <a:tailEnd len="sm" w="sm" type="none"/>
            </a:ln>
          </p:spPr>
        </p:cxnSp>
        <p:cxnSp>
          <p:nvCxnSpPr>
            <p:cNvPr id="129" name="Google Shape;129;p12"/>
            <p:cNvCxnSpPr/>
            <p:nvPr/>
          </p:nvCxnSpPr>
          <p:spPr>
            <a:xfrm>
              <a:off x="1010268" y="0"/>
              <a:ext cx="0" cy="9180947"/>
            </a:xfrm>
            <a:prstGeom prst="straightConnector1">
              <a:avLst/>
            </a:prstGeom>
            <a:noFill/>
            <a:ln cap="flat" cmpd="sng" w="50800">
              <a:solidFill>
                <a:srgbClr val="C2C2C2"/>
              </a:solidFill>
              <a:prstDash val="solid"/>
              <a:round/>
              <a:headEnd len="sm" w="sm" type="none"/>
              <a:tailEnd len="sm" w="sm" type="none"/>
            </a:ln>
          </p:spPr>
        </p:cxnSp>
      </p:grpSp>
      <p:grpSp>
        <p:nvGrpSpPr>
          <p:cNvPr id="130" name="Google Shape;130;p12"/>
          <p:cNvGrpSpPr/>
          <p:nvPr/>
        </p:nvGrpSpPr>
        <p:grpSpPr>
          <a:xfrm>
            <a:off x="13121400" y="3424446"/>
            <a:ext cx="2820474" cy="3002460"/>
            <a:chOff x="0" y="-47625"/>
            <a:chExt cx="780822" cy="831203"/>
          </a:xfrm>
        </p:grpSpPr>
        <p:sp>
          <p:nvSpPr>
            <p:cNvPr id="131" name="Google Shape;131;p12"/>
            <p:cNvSpPr/>
            <p:nvPr/>
          </p:nvSpPr>
          <p:spPr>
            <a:xfrm>
              <a:off x="0" y="0"/>
              <a:ext cx="780822" cy="783578"/>
            </a:xfrm>
            <a:custGeom>
              <a:rect b="b" l="l" r="r" t="t"/>
              <a:pathLst>
                <a:path extrusionOk="0" h="783578" w="780822">
                  <a:moveTo>
                    <a:pt x="0" y="0"/>
                  </a:moveTo>
                  <a:lnTo>
                    <a:pt x="780822" y="0"/>
                  </a:lnTo>
                  <a:lnTo>
                    <a:pt x="780822" y="783578"/>
                  </a:lnTo>
                  <a:lnTo>
                    <a:pt x="0" y="783578"/>
                  </a:lnTo>
                  <a:close/>
                </a:path>
              </a:pathLst>
            </a:custGeom>
            <a:solidFill>
              <a:srgbClr val="B62C16"/>
            </a:solidFill>
            <a:ln>
              <a:noFill/>
            </a:ln>
          </p:spPr>
        </p:sp>
        <p:sp>
          <p:nvSpPr>
            <p:cNvPr id="132" name="Google Shape;132;p12"/>
            <p:cNvSpPr txBox="1"/>
            <p:nvPr/>
          </p:nvSpPr>
          <p:spPr>
            <a:xfrm>
              <a:off x="0" y="-47625"/>
              <a:ext cx="780822" cy="831203"/>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3" name="Google Shape;133;p12"/>
          <p:cNvGrpSpPr/>
          <p:nvPr/>
        </p:nvGrpSpPr>
        <p:grpSpPr>
          <a:xfrm>
            <a:off x="13297525" y="3548866"/>
            <a:ext cx="2820474" cy="3002460"/>
            <a:chOff x="0" y="-47625"/>
            <a:chExt cx="780822" cy="831203"/>
          </a:xfrm>
        </p:grpSpPr>
        <p:sp>
          <p:nvSpPr>
            <p:cNvPr id="134" name="Google Shape;134;p12"/>
            <p:cNvSpPr/>
            <p:nvPr/>
          </p:nvSpPr>
          <p:spPr>
            <a:xfrm>
              <a:off x="0" y="0"/>
              <a:ext cx="780822" cy="783578"/>
            </a:xfrm>
            <a:custGeom>
              <a:rect b="b" l="l" r="r" t="t"/>
              <a:pathLst>
                <a:path extrusionOk="0" h="783578" w="780822">
                  <a:moveTo>
                    <a:pt x="0" y="0"/>
                  </a:moveTo>
                  <a:lnTo>
                    <a:pt x="780822" y="0"/>
                  </a:lnTo>
                  <a:lnTo>
                    <a:pt x="780822" y="783578"/>
                  </a:lnTo>
                  <a:lnTo>
                    <a:pt x="0" y="783578"/>
                  </a:lnTo>
                  <a:close/>
                </a:path>
              </a:pathLst>
            </a:custGeom>
            <a:solidFill>
              <a:srgbClr val="000000">
                <a:alpha val="0"/>
              </a:srgbClr>
            </a:solidFill>
            <a:ln cap="sq" cmpd="sng" w="47625">
              <a:solidFill>
                <a:srgbClr val="000000"/>
              </a:solidFill>
              <a:prstDash val="solid"/>
              <a:miter lim="8000"/>
              <a:headEnd len="sm" w="sm" type="none"/>
              <a:tailEnd len="sm" w="sm" type="none"/>
            </a:ln>
          </p:spPr>
        </p:sp>
        <p:sp>
          <p:nvSpPr>
            <p:cNvPr id="135" name="Google Shape;135;p12"/>
            <p:cNvSpPr txBox="1"/>
            <p:nvPr/>
          </p:nvSpPr>
          <p:spPr>
            <a:xfrm>
              <a:off x="0" y="-47625"/>
              <a:ext cx="780822" cy="831203"/>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6" name="Google Shape;136;p12"/>
          <p:cNvGrpSpPr/>
          <p:nvPr/>
        </p:nvGrpSpPr>
        <p:grpSpPr>
          <a:xfrm>
            <a:off x="1204825" y="3548866"/>
            <a:ext cx="2820474" cy="3002460"/>
            <a:chOff x="0" y="-47625"/>
            <a:chExt cx="780822" cy="831203"/>
          </a:xfrm>
        </p:grpSpPr>
        <p:sp>
          <p:nvSpPr>
            <p:cNvPr id="137" name="Google Shape;137;p12"/>
            <p:cNvSpPr/>
            <p:nvPr/>
          </p:nvSpPr>
          <p:spPr>
            <a:xfrm>
              <a:off x="0" y="0"/>
              <a:ext cx="780822" cy="783578"/>
            </a:xfrm>
            <a:custGeom>
              <a:rect b="b" l="l" r="r" t="t"/>
              <a:pathLst>
                <a:path extrusionOk="0" h="783578" w="780822">
                  <a:moveTo>
                    <a:pt x="0" y="0"/>
                  </a:moveTo>
                  <a:lnTo>
                    <a:pt x="780822" y="0"/>
                  </a:lnTo>
                  <a:lnTo>
                    <a:pt x="780822" y="783578"/>
                  </a:lnTo>
                  <a:lnTo>
                    <a:pt x="0" y="783578"/>
                  </a:lnTo>
                  <a:close/>
                </a:path>
              </a:pathLst>
            </a:custGeom>
            <a:solidFill>
              <a:srgbClr val="000000">
                <a:alpha val="0"/>
              </a:srgbClr>
            </a:solidFill>
            <a:ln cap="sq" cmpd="sng" w="47625">
              <a:solidFill>
                <a:srgbClr val="000000"/>
              </a:solidFill>
              <a:prstDash val="solid"/>
              <a:miter lim="8000"/>
              <a:headEnd len="sm" w="sm" type="none"/>
              <a:tailEnd len="sm" w="sm" type="none"/>
            </a:ln>
          </p:spPr>
        </p:sp>
        <p:sp>
          <p:nvSpPr>
            <p:cNvPr id="138" name="Google Shape;138;p12"/>
            <p:cNvSpPr txBox="1"/>
            <p:nvPr/>
          </p:nvSpPr>
          <p:spPr>
            <a:xfrm>
              <a:off x="0" y="-47625"/>
              <a:ext cx="780822" cy="831203"/>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9" name="Google Shape;139;p12"/>
          <p:cNvSpPr txBox="1"/>
          <p:nvPr/>
        </p:nvSpPr>
        <p:spPr>
          <a:xfrm>
            <a:off x="1547455" y="4442845"/>
            <a:ext cx="2268563" cy="133137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41" u="none" cap="none" strike="noStrike">
                <a:solidFill>
                  <a:srgbClr val="FFFFFF"/>
                </a:solidFill>
                <a:latin typeface="Archivo Black"/>
                <a:ea typeface="Archivo Black"/>
                <a:cs typeface="Archivo Black"/>
                <a:sym typeface="Archivo Black"/>
              </a:rPr>
              <a:t>01.</a:t>
            </a:r>
            <a:endParaRPr/>
          </a:p>
        </p:txBody>
      </p:sp>
      <p:sp>
        <p:nvSpPr>
          <p:cNvPr id="140" name="Google Shape;140;p12"/>
          <p:cNvSpPr txBox="1"/>
          <p:nvPr/>
        </p:nvSpPr>
        <p:spPr>
          <a:xfrm>
            <a:off x="7594651" y="4442845"/>
            <a:ext cx="2268563" cy="133137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41" u="none" cap="none" strike="noStrike">
                <a:solidFill>
                  <a:srgbClr val="FFFFFF"/>
                </a:solidFill>
                <a:latin typeface="Archivo Black"/>
                <a:ea typeface="Archivo Black"/>
                <a:cs typeface="Archivo Black"/>
                <a:sym typeface="Archivo Black"/>
              </a:rPr>
              <a:t>02.</a:t>
            </a:r>
            <a:endParaRPr/>
          </a:p>
        </p:txBody>
      </p:sp>
      <p:sp>
        <p:nvSpPr>
          <p:cNvPr id="141" name="Google Shape;141;p12"/>
          <p:cNvSpPr txBox="1"/>
          <p:nvPr/>
        </p:nvSpPr>
        <p:spPr>
          <a:xfrm>
            <a:off x="13611213" y="4441254"/>
            <a:ext cx="2268563" cy="133137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41" u="none" cap="none" strike="noStrike">
                <a:solidFill>
                  <a:srgbClr val="FFFFFF"/>
                </a:solidFill>
                <a:latin typeface="Archivo Black"/>
                <a:ea typeface="Archivo Black"/>
                <a:cs typeface="Archivo Black"/>
                <a:sym typeface="Archivo Black"/>
              </a:rPr>
              <a:t>03.</a:t>
            </a:r>
            <a:endParaRPr/>
          </a:p>
        </p:txBody>
      </p:sp>
      <p:pic>
        <p:nvPicPr>
          <p:cNvPr id="142" name="Google Shape;142;p12"/>
          <p:cNvPicPr preferRelativeResize="0"/>
          <p:nvPr/>
        </p:nvPicPr>
        <p:blipFill>
          <a:blip r:embed="rId4">
            <a:alphaModFix/>
          </a:blip>
          <a:stretch>
            <a:fillRect/>
          </a:stretch>
        </p:blipFill>
        <p:spPr>
          <a:xfrm>
            <a:off x="17447675" y="6541045"/>
            <a:ext cx="1614950" cy="1492604"/>
          </a:xfrm>
          <a:prstGeom prst="rect">
            <a:avLst/>
          </a:prstGeom>
          <a:noFill/>
          <a:ln>
            <a:noFill/>
          </a:ln>
        </p:spPr>
      </p:pic>
      <p:pic>
        <p:nvPicPr>
          <p:cNvPr id="143" name="Google Shape;143;p12"/>
          <p:cNvPicPr preferRelativeResize="0"/>
          <p:nvPr/>
        </p:nvPicPr>
        <p:blipFill>
          <a:blip r:embed="rId5">
            <a:alphaModFix/>
          </a:blip>
          <a:stretch>
            <a:fillRect/>
          </a:stretch>
        </p:blipFill>
        <p:spPr>
          <a:xfrm>
            <a:off x="15366025" y="553634"/>
            <a:ext cx="7235541" cy="452200"/>
          </a:xfrm>
          <a:prstGeom prst="rect">
            <a:avLst/>
          </a:prstGeom>
          <a:noFill/>
          <a:ln>
            <a:noFill/>
          </a:ln>
        </p:spPr>
      </p:pic>
      <p:pic>
        <p:nvPicPr>
          <p:cNvPr id="144" name="Google Shape;144;p12"/>
          <p:cNvPicPr preferRelativeResize="0"/>
          <p:nvPr/>
        </p:nvPicPr>
        <p:blipFill>
          <a:blip r:embed="rId6">
            <a:alphaModFix/>
          </a:blip>
          <a:stretch>
            <a:fillRect/>
          </a:stretch>
        </p:blipFill>
        <p:spPr>
          <a:xfrm>
            <a:off x="103800" y="664637"/>
            <a:ext cx="1676725" cy="4522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3"/>
          <p:cNvSpPr txBox="1"/>
          <p:nvPr/>
        </p:nvSpPr>
        <p:spPr>
          <a:xfrm>
            <a:off x="6033354" y="7041050"/>
            <a:ext cx="5191500" cy="4926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US" sz="3200">
                <a:latin typeface="Archivo Black"/>
                <a:ea typeface="Archivo Black"/>
                <a:cs typeface="Archivo Black"/>
                <a:sym typeface="Archivo Black"/>
              </a:rPr>
              <a:t>FASI DEL PROGETTO</a:t>
            </a:r>
            <a:endParaRPr/>
          </a:p>
        </p:txBody>
      </p:sp>
      <p:sp>
        <p:nvSpPr>
          <p:cNvPr id="150" name="Google Shape;150;p13"/>
          <p:cNvSpPr txBox="1"/>
          <p:nvPr/>
        </p:nvSpPr>
        <p:spPr>
          <a:xfrm>
            <a:off x="6033350" y="7717375"/>
            <a:ext cx="5191500" cy="3693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Font typeface="Arial"/>
              <a:buNone/>
            </a:pPr>
            <a:r>
              <a:rPr lang="en-US" sz="2400">
                <a:latin typeface="Open Sans"/>
                <a:ea typeface="Open Sans"/>
                <a:cs typeface="Open Sans"/>
                <a:sym typeface="Open Sans"/>
              </a:rPr>
              <a:t>Prototipo e stato attuale.</a:t>
            </a:r>
            <a:endParaRPr/>
          </a:p>
        </p:txBody>
      </p:sp>
      <p:sp>
        <p:nvSpPr>
          <p:cNvPr id="151" name="Google Shape;151;p13"/>
          <p:cNvSpPr txBox="1"/>
          <p:nvPr/>
        </p:nvSpPr>
        <p:spPr>
          <a:xfrm>
            <a:off x="838300" y="7041038"/>
            <a:ext cx="3553500" cy="4926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US" sz="3200">
                <a:latin typeface="Archivo Black"/>
                <a:ea typeface="Archivo Black"/>
                <a:cs typeface="Archivo Black"/>
                <a:sym typeface="Archivo Black"/>
              </a:rPr>
              <a:t>FURPS+</a:t>
            </a:r>
            <a:endParaRPr/>
          </a:p>
        </p:txBody>
      </p:sp>
      <p:sp>
        <p:nvSpPr>
          <p:cNvPr id="152" name="Google Shape;152;p13"/>
          <p:cNvSpPr txBox="1"/>
          <p:nvPr/>
        </p:nvSpPr>
        <p:spPr>
          <a:xfrm>
            <a:off x="748150" y="7720175"/>
            <a:ext cx="3733800" cy="3693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lang="en-US" sz="2400">
                <a:latin typeface="Open Sans"/>
                <a:ea typeface="Open Sans"/>
                <a:cs typeface="Open Sans"/>
                <a:sym typeface="Open Sans"/>
              </a:rPr>
              <a:t>Requisiti del software.</a:t>
            </a:r>
            <a:endParaRPr/>
          </a:p>
        </p:txBody>
      </p:sp>
      <p:sp>
        <p:nvSpPr>
          <p:cNvPr id="153" name="Google Shape;153;p13"/>
          <p:cNvSpPr txBox="1"/>
          <p:nvPr/>
        </p:nvSpPr>
        <p:spPr>
          <a:xfrm>
            <a:off x="12544613" y="6985975"/>
            <a:ext cx="4326300" cy="1083600"/>
          </a:xfrm>
          <a:prstGeom prst="rect">
            <a:avLst/>
          </a:prstGeom>
          <a:noFill/>
          <a:ln>
            <a:noFill/>
          </a:ln>
        </p:spPr>
        <p:txBody>
          <a:bodyPr anchorCtr="0" anchor="t" bIns="0" lIns="0" spcFirstLastPara="1" rIns="0" wrap="square" tIns="0">
            <a:spAutoFit/>
          </a:bodyPr>
          <a:lstStyle/>
          <a:p>
            <a:pPr indent="0" lvl="0" marL="0" rtl="0" algn="ctr">
              <a:lnSpc>
                <a:spcPct val="120000"/>
              </a:lnSpc>
              <a:spcBef>
                <a:spcPts val="0"/>
              </a:spcBef>
              <a:spcAft>
                <a:spcPts val="0"/>
              </a:spcAft>
              <a:buClr>
                <a:schemeClr val="dk1"/>
              </a:buClr>
              <a:buFont typeface="Arial"/>
              <a:buNone/>
            </a:pPr>
            <a:r>
              <a:rPr lang="en-US" sz="3200">
                <a:solidFill>
                  <a:schemeClr val="dk1"/>
                </a:solidFill>
                <a:latin typeface="Archivo Black"/>
                <a:ea typeface="Archivo Black"/>
                <a:cs typeface="Archivo Black"/>
                <a:sym typeface="Archivo Black"/>
              </a:rPr>
              <a:t>DIAGRAMMI</a:t>
            </a:r>
            <a:endParaRPr>
              <a:solidFill>
                <a:schemeClr val="dk1"/>
              </a:solidFill>
            </a:endParaRPr>
          </a:p>
          <a:p>
            <a:pPr indent="0" lvl="0" marL="0" marR="0" rtl="0" algn="ctr">
              <a:lnSpc>
                <a:spcPct val="120000"/>
              </a:lnSpc>
              <a:spcBef>
                <a:spcPts val="0"/>
              </a:spcBef>
              <a:spcAft>
                <a:spcPts val="0"/>
              </a:spcAft>
              <a:buNone/>
            </a:pPr>
            <a:r>
              <a:t/>
            </a:r>
            <a:endParaRPr sz="3200">
              <a:latin typeface="Archivo Black"/>
              <a:ea typeface="Archivo Black"/>
              <a:cs typeface="Archivo Black"/>
              <a:sym typeface="Archivo Black"/>
            </a:endParaRPr>
          </a:p>
        </p:txBody>
      </p:sp>
      <p:sp>
        <p:nvSpPr>
          <p:cNvPr id="154" name="Google Shape;154;p13"/>
          <p:cNvSpPr txBox="1"/>
          <p:nvPr/>
        </p:nvSpPr>
        <p:spPr>
          <a:xfrm>
            <a:off x="12673726" y="7720150"/>
            <a:ext cx="4197300" cy="886500"/>
          </a:xfrm>
          <a:prstGeom prst="rect">
            <a:avLst/>
          </a:prstGeom>
          <a:noFill/>
          <a:ln>
            <a:noFill/>
          </a:ln>
        </p:spPr>
        <p:txBody>
          <a:bodyPr anchorCtr="0" anchor="t" bIns="0" lIns="0" spcFirstLastPara="1" rIns="0" wrap="square" tIns="0">
            <a:spAutoFit/>
          </a:bodyPr>
          <a:lstStyle/>
          <a:p>
            <a:pPr indent="0" lvl="0" marL="0" rtl="0" algn="ctr">
              <a:lnSpc>
                <a:spcPct val="139958"/>
              </a:lnSpc>
              <a:spcBef>
                <a:spcPts val="0"/>
              </a:spcBef>
              <a:spcAft>
                <a:spcPts val="0"/>
              </a:spcAft>
              <a:buNone/>
            </a:pPr>
            <a:r>
              <a:rPr lang="en-US" sz="2400">
                <a:solidFill>
                  <a:schemeClr val="dk1"/>
                </a:solidFill>
                <a:latin typeface="Open Sans"/>
                <a:ea typeface="Open Sans"/>
                <a:cs typeface="Open Sans"/>
                <a:sym typeface="Open Sans"/>
              </a:rPr>
              <a:t>dei casi d’uso, delle sequenze e architettura.</a:t>
            </a:r>
            <a:endParaRPr sz="2400">
              <a:solidFill>
                <a:schemeClr val="dk1"/>
              </a:solidFill>
              <a:latin typeface="Open Sans"/>
              <a:ea typeface="Open Sans"/>
              <a:cs typeface="Open Sans"/>
              <a:sym typeface="Open Sans"/>
            </a:endParaRPr>
          </a:p>
        </p:txBody>
      </p:sp>
      <p:grpSp>
        <p:nvGrpSpPr>
          <p:cNvPr id="155" name="Google Shape;155;p13"/>
          <p:cNvGrpSpPr/>
          <p:nvPr/>
        </p:nvGrpSpPr>
        <p:grpSpPr>
          <a:xfrm>
            <a:off x="0" y="302417"/>
            <a:ext cx="6492699" cy="2674950"/>
            <a:chOff x="0" y="-47625"/>
            <a:chExt cx="1710000" cy="704509"/>
          </a:xfrm>
        </p:grpSpPr>
        <p:sp>
          <p:nvSpPr>
            <p:cNvPr id="156" name="Google Shape;156;p13"/>
            <p:cNvSpPr/>
            <p:nvPr/>
          </p:nvSpPr>
          <p:spPr>
            <a:xfrm>
              <a:off x="0" y="0"/>
              <a:ext cx="1709877" cy="656884"/>
            </a:xfrm>
            <a:custGeom>
              <a:rect b="b" l="l" r="r" t="t"/>
              <a:pathLst>
                <a:path extrusionOk="0" h="656884" w="1709877">
                  <a:moveTo>
                    <a:pt x="0" y="0"/>
                  </a:moveTo>
                  <a:lnTo>
                    <a:pt x="1709877" y="0"/>
                  </a:lnTo>
                  <a:lnTo>
                    <a:pt x="1709877" y="656884"/>
                  </a:lnTo>
                  <a:lnTo>
                    <a:pt x="0" y="656884"/>
                  </a:lnTo>
                  <a:close/>
                </a:path>
              </a:pathLst>
            </a:custGeom>
            <a:solidFill>
              <a:srgbClr val="B62C16"/>
            </a:solidFill>
            <a:ln>
              <a:noFill/>
            </a:ln>
          </p:spPr>
        </p:sp>
        <p:sp>
          <p:nvSpPr>
            <p:cNvPr id="157" name="Google Shape;157;p13"/>
            <p:cNvSpPr txBox="1"/>
            <p:nvPr/>
          </p:nvSpPr>
          <p:spPr>
            <a:xfrm>
              <a:off x="0" y="-47625"/>
              <a:ext cx="1710000" cy="704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8" name="Google Shape;158;p13"/>
          <p:cNvSpPr txBox="1"/>
          <p:nvPr/>
        </p:nvSpPr>
        <p:spPr>
          <a:xfrm>
            <a:off x="1028700" y="1308777"/>
            <a:ext cx="5463600" cy="1077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7000" u="none" cap="none" strike="noStrike">
                <a:solidFill>
                  <a:srgbClr val="FFFFFF"/>
                </a:solidFill>
                <a:latin typeface="Archivo Black"/>
                <a:ea typeface="Archivo Black"/>
                <a:cs typeface="Archivo Black"/>
                <a:sym typeface="Archivo Black"/>
              </a:rPr>
              <a:t>TABLE OF </a:t>
            </a:r>
            <a:endParaRPr/>
          </a:p>
        </p:txBody>
      </p:sp>
      <p:sp>
        <p:nvSpPr>
          <p:cNvPr id="159" name="Google Shape;159;p13"/>
          <p:cNvSpPr txBox="1"/>
          <p:nvPr/>
        </p:nvSpPr>
        <p:spPr>
          <a:xfrm>
            <a:off x="6749654" y="1312781"/>
            <a:ext cx="5924100" cy="1077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7000" u="none" cap="none" strike="noStrike">
                <a:solidFill>
                  <a:srgbClr val="000000"/>
                </a:solidFill>
                <a:latin typeface="Archivo Black"/>
                <a:ea typeface="Archivo Black"/>
                <a:cs typeface="Archivo Black"/>
                <a:sym typeface="Archivo Black"/>
              </a:rPr>
              <a:t>CONTENTS</a:t>
            </a:r>
            <a:endParaRPr/>
          </a:p>
        </p:txBody>
      </p:sp>
      <p:sp>
        <p:nvSpPr>
          <p:cNvPr id="160" name="Google Shape;160;p13"/>
          <p:cNvSpPr/>
          <p:nvPr/>
        </p:nvSpPr>
        <p:spPr>
          <a:xfrm rot="5400000">
            <a:off x="16469565" y="8944212"/>
            <a:ext cx="475647" cy="1103822"/>
          </a:xfrm>
          <a:custGeom>
            <a:rect b="b" l="l" r="r" t="t"/>
            <a:pathLst>
              <a:path extrusionOk="0" h="1103822" w="475647">
                <a:moveTo>
                  <a:pt x="0" y="0"/>
                </a:moveTo>
                <a:lnTo>
                  <a:pt x="475647" y="0"/>
                </a:lnTo>
                <a:lnTo>
                  <a:pt x="475647" y="1103823"/>
                </a:lnTo>
                <a:lnTo>
                  <a:pt x="0" y="1103823"/>
                </a:lnTo>
                <a:lnTo>
                  <a:pt x="0" y="0"/>
                </a:lnTo>
                <a:close/>
              </a:path>
            </a:pathLst>
          </a:custGeom>
          <a:blipFill rotWithShape="1">
            <a:blip r:embed="rId3">
              <a:alphaModFix/>
            </a:blip>
            <a:stretch>
              <a:fillRect b="0" l="0" r="0" t="0"/>
            </a:stretch>
          </a:blipFill>
          <a:ln>
            <a:noFill/>
          </a:ln>
        </p:spPr>
      </p:sp>
      <p:sp>
        <p:nvSpPr>
          <p:cNvPr id="161" name="Google Shape;161;p13"/>
          <p:cNvSpPr/>
          <p:nvPr/>
        </p:nvSpPr>
        <p:spPr>
          <a:xfrm rot="-5400000">
            <a:off x="1342788" y="8944212"/>
            <a:ext cx="475647" cy="1103822"/>
          </a:xfrm>
          <a:custGeom>
            <a:rect b="b" l="l" r="r" t="t"/>
            <a:pathLst>
              <a:path extrusionOk="0" h="1103822" w="475647">
                <a:moveTo>
                  <a:pt x="0" y="0"/>
                </a:moveTo>
                <a:lnTo>
                  <a:pt x="475647" y="0"/>
                </a:lnTo>
                <a:lnTo>
                  <a:pt x="475647" y="1103823"/>
                </a:lnTo>
                <a:lnTo>
                  <a:pt x="0" y="1103823"/>
                </a:lnTo>
                <a:lnTo>
                  <a:pt x="0" y="0"/>
                </a:lnTo>
                <a:close/>
              </a:path>
            </a:pathLst>
          </a:custGeom>
          <a:blipFill rotWithShape="1">
            <a:blip r:embed="rId3">
              <a:alphaModFix/>
            </a:blip>
            <a:stretch>
              <a:fillRect b="0" l="0" r="0" t="0"/>
            </a:stretch>
          </a:blipFill>
          <a:ln>
            <a:noFill/>
          </a:ln>
        </p:spPr>
      </p:sp>
      <p:grpSp>
        <p:nvGrpSpPr>
          <p:cNvPr id="162" name="Google Shape;162;p13"/>
          <p:cNvGrpSpPr/>
          <p:nvPr/>
        </p:nvGrpSpPr>
        <p:grpSpPr>
          <a:xfrm>
            <a:off x="1028700" y="3424445"/>
            <a:ext cx="2820767" cy="3002822"/>
            <a:chOff x="0" y="-47625"/>
            <a:chExt cx="780900" cy="831300"/>
          </a:xfrm>
        </p:grpSpPr>
        <p:sp>
          <p:nvSpPr>
            <p:cNvPr id="163" name="Google Shape;163;p13"/>
            <p:cNvSpPr/>
            <p:nvPr/>
          </p:nvSpPr>
          <p:spPr>
            <a:xfrm>
              <a:off x="0" y="0"/>
              <a:ext cx="780822" cy="783578"/>
            </a:xfrm>
            <a:custGeom>
              <a:rect b="b" l="l" r="r" t="t"/>
              <a:pathLst>
                <a:path extrusionOk="0" h="783578" w="780822">
                  <a:moveTo>
                    <a:pt x="0" y="0"/>
                  </a:moveTo>
                  <a:lnTo>
                    <a:pt x="780822" y="0"/>
                  </a:lnTo>
                  <a:lnTo>
                    <a:pt x="780822" y="783578"/>
                  </a:lnTo>
                  <a:lnTo>
                    <a:pt x="0" y="783578"/>
                  </a:lnTo>
                  <a:close/>
                </a:path>
              </a:pathLst>
            </a:custGeom>
            <a:solidFill>
              <a:srgbClr val="B62C16"/>
            </a:solidFill>
            <a:ln>
              <a:noFill/>
            </a:ln>
          </p:spPr>
        </p:sp>
        <p:sp>
          <p:nvSpPr>
            <p:cNvPr id="164" name="Google Shape;164;p13"/>
            <p:cNvSpPr txBox="1"/>
            <p:nvPr/>
          </p:nvSpPr>
          <p:spPr>
            <a:xfrm>
              <a:off x="0" y="-47625"/>
              <a:ext cx="780900" cy="8313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5" name="Google Shape;165;p13"/>
          <p:cNvGrpSpPr/>
          <p:nvPr/>
        </p:nvGrpSpPr>
        <p:grpSpPr>
          <a:xfrm>
            <a:off x="7042740" y="3424445"/>
            <a:ext cx="2820767" cy="3002822"/>
            <a:chOff x="0" y="-47625"/>
            <a:chExt cx="780900" cy="831300"/>
          </a:xfrm>
        </p:grpSpPr>
        <p:sp>
          <p:nvSpPr>
            <p:cNvPr id="166" name="Google Shape;166;p13"/>
            <p:cNvSpPr/>
            <p:nvPr/>
          </p:nvSpPr>
          <p:spPr>
            <a:xfrm>
              <a:off x="0" y="0"/>
              <a:ext cx="780822" cy="783578"/>
            </a:xfrm>
            <a:custGeom>
              <a:rect b="b" l="l" r="r" t="t"/>
              <a:pathLst>
                <a:path extrusionOk="0" h="783578" w="780822">
                  <a:moveTo>
                    <a:pt x="0" y="0"/>
                  </a:moveTo>
                  <a:lnTo>
                    <a:pt x="780822" y="0"/>
                  </a:lnTo>
                  <a:lnTo>
                    <a:pt x="780822" y="783578"/>
                  </a:lnTo>
                  <a:lnTo>
                    <a:pt x="0" y="783578"/>
                  </a:lnTo>
                  <a:close/>
                </a:path>
              </a:pathLst>
            </a:custGeom>
            <a:solidFill>
              <a:srgbClr val="B62C16"/>
            </a:solidFill>
            <a:ln>
              <a:noFill/>
            </a:ln>
          </p:spPr>
        </p:sp>
        <p:sp>
          <p:nvSpPr>
            <p:cNvPr id="167" name="Google Shape;167;p13"/>
            <p:cNvSpPr txBox="1"/>
            <p:nvPr/>
          </p:nvSpPr>
          <p:spPr>
            <a:xfrm>
              <a:off x="0" y="-47625"/>
              <a:ext cx="780900" cy="8313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8" name="Google Shape;168;p13"/>
          <p:cNvGrpSpPr/>
          <p:nvPr/>
        </p:nvGrpSpPr>
        <p:grpSpPr>
          <a:xfrm>
            <a:off x="7218864" y="3548865"/>
            <a:ext cx="2820767" cy="3002822"/>
            <a:chOff x="0" y="-47625"/>
            <a:chExt cx="780900" cy="831300"/>
          </a:xfrm>
        </p:grpSpPr>
        <p:sp>
          <p:nvSpPr>
            <p:cNvPr id="169" name="Google Shape;169;p13"/>
            <p:cNvSpPr/>
            <p:nvPr/>
          </p:nvSpPr>
          <p:spPr>
            <a:xfrm>
              <a:off x="0" y="0"/>
              <a:ext cx="780822" cy="783578"/>
            </a:xfrm>
            <a:custGeom>
              <a:rect b="b" l="l" r="r" t="t"/>
              <a:pathLst>
                <a:path extrusionOk="0" h="783578" w="780822">
                  <a:moveTo>
                    <a:pt x="0" y="0"/>
                  </a:moveTo>
                  <a:lnTo>
                    <a:pt x="780822" y="0"/>
                  </a:lnTo>
                  <a:lnTo>
                    <a:pt x="780822" y="783578"/>
                  </a:lnTo>
                  <a:lnTo>
                    <a:pt x="0" y="783578"/>
                  </a:lnTo>
                  <a:close/>
                </a:path>
              </a:pathLst>
            </a:custGeom>
            <a:solidFill>
              <a:srgbClr val="000000">
                <a:alpha val="0"/>
              </a:srgbClr>
            </a:solidFill>
            <a:ln cap="sq" cmpd="sng" w="47625">
              <a:solidFill>
                <a:srgbClr val="000000"/>
              </a:solidFill>
              <a:prstDash val="solid"/>
              <a:miter lim="8000"/>
              <a:headEnd len="sm" w="sm" type="none"/>
              <a:tailEnd len="sm" w="sm" type="none"/>
            </a:ln>
          </p:spPr>
        </p:sp>
        <p:sp>
          <p:nvSpPr>
            <p:cNvPr id="170" name="Google Shape;170;p13"/>
            <p:cNvSpPr txBox="1"/>
            <p:nvPr/>
          </p:nvSpPr>
          <p:spPr>
            <a:xfrm>
              <a:off x="0" y="-47625"/>
              <a:ext cx="780900" cy="8313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71" name="Google Shape;171;p13"/>
          <p:cNvGrpSpPr/>
          <p:nvPr/>
        </p:nvGrpSpPr>
        <p:grpSpPr>
          <a:xfrm>
            <a:off x="15337930" y="-2308289"/>
            <a:ext cx="7291800" cy="6885675"/>
            <a:chOff x="0" y="0"/>
            <a:chExt cx="9722400" cy="9180900"/>
          </a:xfrm>
        </p:grpSpPr>
        <p:cxnSp>
          <p:nvCxnSpPr>
            <p:cNvPr id="172" name="Google Shape;172;p13"/>
            <p:cNvCxnSpPr/>
            <p:nvPr/>
          </p:nvCxnSpPr>
          <p:spPr>
            <a:xfrm>
              <a:off x="0" y="3857172"/>
              <a:ext cx="9722400" cy="0"/>
            </a:xfrm>
            <a:prstGeom prst="straightConnector1">
              <a:avLst/>
            </a:prstGeom>
            <a:noFill/>
            <a:ln cap="flat" cmpd="sng" w="50800">
              <a:solidFill>
                <a:srgbClr val="C2C2C2"/>
              </a:solidFill>
              <a:prstDash val="solid"/>
              <a:round/>
              <a:headEnd len="sm" w="sm" type="none"/>
              <a:tailEnd len="sm" w="sm" type="none"/>
            </a:ln>
          </p:spPr>
        </p:cxnSp>
        <p:cxnSp>
          <p:nvCxnSpPr>
            <p:cNvPr id="173" name="Google Shape;173;p13"/>
            <p:cNvCxnSpPr/>
            <p:nvPr/>
          </p:nvCxnSpPr>
          <p:spPr>
            <a:xfrm>
              <a:off x="0" y="5429945"/>
              <a:ext cx="9722400" cy="0"/>
            </a:xfrm>
            <a:prstGeom prst="straightConnector1">
              <a:avLst/>
            </a:prstGeom>
            <a:noFill/>
            <a:ln cap="flat" cmpd="sng" w="50800">
              <a:solidFill>
                <a:srgbClr val="C2C2C2"/>
              </a:solidFill>
              <a:prstDash val="solid"/>
              <a:round/>
              <a:headEnd len="sm" w="sm" type="none"/>
              <a:tailEnd len="sm" w="sm" type="none"/>
            </a:ln>
          </p:spPr>
        </p:cxnSp>
        <p:cxnSp>
          <p:nvCxnSpPr>
            <p:cNvPr id="174" name="Google Shape;174;p13"/>
            <p:cNvCxnSpPr/>
            <p:nvPr/>
          </p:nvCxnSpPr>
          <p:spPr>
            <a:xfrm>
              <a:off x="0" y="7002719"/>
              <a:ext cx="9722400" cy="0"/>
            </a:xfrm>
            <a:prstGeom prst="straightConnector1">
              <a:avLst/>
            </a:prstGeom>
            <a:noFill/>
            <a:ln cap="flat" cmpd="sng" w="50800">
              <a:solidFill>
                <a:srgbClr val="C2C2C2"/>
              </a:solidFill>
              <a:prstDash val="solid"/>
              <a:round/>
              <a:headEnd len="sm" w="sm" type="none"/>
              <a:tailEnd len="sm" w="sm" type="none"/>
            </a:ln>
          </p:spPr>
        </p:cxnSp>
        <p:cxnSp>
          <p:nvCxnSpPr>
            <p:cNvPr id="175" name="Google Shape;175;p13"/>
            <p:cNvCxnSpPr/>
            <p:nvPr/>
          </p:nvCxnSpPr>
          <p:spPr>
            <a:xfrm>
              <a:off x="2717064" y="0"/>
              <a:ext cx="0" cy="9180900"/>
            </a:xfrm>
            <a:prstGeom prst="straightConnector1">
              <a:avLst/>
            </a:prstGeom>
            <a:noFill/>
            <a:ln cap="flat" cmpd="sng" w="50800">
              <a:solidFill>
                <a:srgbClr val="C2C2C2"/>
              </a:solidFill>
              <a:prstDash val="solid"/>
              <a:round/>
              <a:headEnd len="sm" w="sm" type="none"/>
              <a:tailEnd len="sm" w="sm" type="none"/>
            </a:ln>
          </p:spPr>
        </p:cxnSp>
        <p:cxnSp>
          <p:nvCxnSpPr>
            <p:cNvPr id="176" name="Google Shape;176;p13"/>
            <p:cNvCxnSpPr/>
            <p:nvPr/>
          </p:nvCxnSpPr>
          <p:spPr>
            <a:xfrm>
              <a:off x="1010268" y="0"/>
              <a:ext cx="0" cy="9180900"/>
            </a:xfrm>
            <a:prstGeom prst="straightConnector1">
              <a:avLst/>
            </a:prstGeom>
            <a:noFill/>
            <a:ln cap="flat" cmpd="sng" w="50800">
              <a:solidFill>
                <a:srgbClr val="C2C2C2"/>
              </a:solidFill>
              <a:prstDash val="solid"/>
              <a:round/>
              <a:headEnd len="sm" w="sm" type="none"/>
              <a:tailEnd len="sm" w="sm" type="none"/>
            </a:ln>
          </p:spPr>
        </p:cxnSp>
      </p:grpSp>
      <p:grpSp>
        <p:nvGrpSpPr>
          <p:cNvPr id="177" name="Google Shape;177;p13"/>
          <p:cNvGrpSpPr/>
          <p:nvPr/>
        </p:nvGrpSpPr>
        <p:grpSpPr>
          <a:xfrm>
            <a:off x="13121400" y="3424445"/>
            <a:ext cx="2820767" cy="3002822"/>
            <a:chOff x="0" y="-47625"/>
            <a:chExt cx="780900" cy="831300"/>
          </a:xfrm>
        </p:grpSpPr>
        <p:sp>
          <p:nvSpPr>
            <p:cNvPr id="178" name="Google Shape;178;p13"/>
            <p:cNvSpPr/>
            <p:nvPr/>
          </p:nvSpPr>
          <p:spPr>
            <a:xfrm>
              <a:off x="0" y="0"/>
              <a:ext cx="780822" cy="783578"/>
            </a:xfrm>
            <a:custGeom>
              <a:rect b="b" l="l" r="r" t="t"/>
              <a:pathLst>
                <a:path extrusionOk="0" h="783578" w="780822">
                  <a:moveTo>
                    <a:pt x="0" y="0"/>
                  </a:moveTo>
                  <a:lnTo>
                    <a:pt x="780822" y="0"/>
                  </a:lnTo>
                  <a:lnTo>
                    <a:pt x="780822" y="783578"/>
                  </a:lnTo>
                  <a:lnTo>
                    <a:pt x="0" y="783578"/>
                  </a:lnTo>
                  <a:close/>
                </a:path>
              </a:pathLst>
            </a:custGeom>
            <a:solidFill>
              <a:srgbClr val="B62C16"/>
            </a:solidFill>
            <a:ln>
              <a:noFill/>
            </a:ln>
          </p:spPr>
        </p:sp>
        <p:sp>
          <p:nvSpPr>
            <p:cNvPr id="179" name="Google Shape;179;p13"/>
            <p:cNvSpPr txBox="1"/>
            <p:nvPr/>
          </p:nvSpPr>
          <p:spPr>
            <a:xfrm>
              <a:off x="0" y="-47625"/>
              <a:ext cx="780900" cy="8313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80" name="Google Shape;180;p13"/>
          <p:cNvGrpSpPr/>
          <p:nvPr/>
        </p:nvGrpSpPr>
        <p:grpSpPr>
          <a:xfrm>
            <a:off x="13297525" y="3548865"/>
            <a:ext cx="2820767" cy="3002822"/>
            <a:chOff x="0" y="-47625"/>
            <a:chExt cx="780900" cy="831300"/>
          </a:xfrm>
        </p:grpSpPr>
        <p:sp>
          <p:nvSpPr>
            <p:cNvPr id="181" name="Google Shape;181;p13"/>
            <p:cNvSpPr/>
            <p:nvPr/>
          </p:nvSpPr>
          <p:spPr>
            <a:xfrm>
              <a:off x="0" y="0"/>
              <a:ext cx="780822" cy="783578"/>
            </a:xfrm>
            <a:custGeom>
              <a:rect b="b" l="l" r="r" t="t"/>
              <a:pathLst>
                <a:path extrusionOk="0" h="783578" w="780822">
                  <a:moveTo>
                    <a:pt x="0" y="0"/>
                  </a:moveTo>
                  <a:lnTo>
                    <a:pt x="780822" y="0"/>
                  </a:lnTo>
                  <a:lnTo>
                    <a:pt x="780822" y="783578"/>
                  </a:lnTo>
                  <a:lnTo>
                    <a:pt x="0" y="783578"/>
                  </a:lnTo>
                  <a:close/>
                </a:path>
              </a:pathLst>
            </a:custGeom>
            <a:solidFill>
              <a:srgbClr val="000000">
                <a:alpha val="0"/>
              </a:srgbClr>
            </a:solidFill>
            <a:ln cap="sq" cmpd="sng" w="47625">
              <a:solidFill>
                <a:srgbClr val="000000"/>
              </a:solidFill>
              <a:prstDash val="solid"/>
              <a:miter lim="8000"/>
              <a:headEnd len="sm" w="sm" type="none"/>
              <a:tailEnd len="sm" w="sm" type="none"/>
            </a:ln>
          </p:spPr>
        </p:sp>
        <p:sp>
          <p:nvSpPr>
            <p:cNvPr id="182" name="Google Shape;182;p13"/>
            <p:cNvSpPr txBox="1"/>
            <p:nvPr/>
          </p:nvSpPr>
          <p:spPr>
            <a:xfrm>
              <a:off x="0" y="-47625"/>
              <a:ext cx="780900" cy="8313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83" name="Google Shape;183;p13"/>
          <p:cNvGrpSpPr/>
          <p:nvPr/>
        </p:nvGrpSpPr>
        <p:grpSpPr>
          <a:xfrm>
            <a:off x="1204825" y="3548865"/>
            <a:ext cx="2820767" cy="3002822"/>
            <a:chOff x="0" y="-47625"/>
            <a:chExt cx="780900" cy="831300"/>
          </a:xfrm>
        </p:grpSpPr>
        <p:sp>
          <p:nvSpPr>
            <p:cNvPr id="184" name="Google Shape;184;p13"/>
            <p:cNvSpPr/>
            <p:nvPr/>
          </p:nvSpPr>
          <p:spPr>
            <a:xfrm>
              <a:off x="0" y="0"/>
              <a:ext cx="780822" cy="783578"/>
            </a:xfrm>
            <a:custGeom>
              <a:rect b="b" l="l" r="r" t="t"/>
              <a:pathLst>
                <a:path extrusionOk="0" h="783578" w="780822">
                  <a:moveTo>
                    <a:pt x="0" y="0"/>
                  </a:moveTo>
                  <a:lnTo>
                    <a:pt x="780822" y="0"/>
                  </a:lnTo>
                  <a:lnTo>
                    <a:pt x="780822" y="783578"/>
                  </a:lnTo>
                  <a:lnTo>
                    <a:pt x="0" y="783578"/>
                  </a:lnTo>
                  <a:close/>
                </a:path>
              </a:pathLst>
            </a:custGeom>
            <a:solidFill>
              <a:srgbClr val="000000">
                <a:alpha val="0"/>
              </a:srgbClr>
            </a:solidFill>
            <a:ln cap="sq" cmpd="sng" w="47625">
              <a:solidFill>
                <a:srgbClr val="000000"/>
              </a:solidFill>
              <a:prstDash val="solid"/>
              <a:miter lim="8000"/>
              <a:headEnd len="sm" w="sm" type="none"/>
              <a:tailEnd len="sm" w="sm" type="none"/>
            </a:ln>
          </p:spPr>
        </p:sp>
        <p:sp>
          <p:nvSpPr>
            <p:cNvPr id="185" name="Google Shape;185;p13"/>
            <p:cNvSpPr txBox="1"/>
            <p:nvPr/>
          </p:nvSpPr>
          <p:spPr>
            <a:xfrm>
              <a:off x="0" y="-47625"/>
              <a:ext cx="780900" cy="8313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86" name="Google Shape;186;p13"/>
          <p:cNvSpPr txBox="1"/>
          <p:nvPr/>
        </p:nvSpPr>
        <p:spPr>
          <a:xfrm>
            <a:off x="1547455" y="4442845"/>
            <a:ext cx="2268600" cy="1545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41" u="none" cap="none" strike="noStrike">
                <a:solidFill>
                  <a:srgbClr val="FFFFFF"/>
                </a:solidFill>
                <a:latin typeface="Archivo Black"/>
                <a:ea typeface="Archivo Black"/>
                <a:cs typeface="Archivo Black"/>
                <a:sym typeface="Archivo Black"/>
              </a:rPr>
              <a:t>0</a:t>
            </a:r>
            <a:r>
              <a:rPr lang="en-US" sz="10041">
                <a:solidFill>
                  <a:srgbClr val="FFFFFF"/>
                </a:solidFill>
                <a:latin typeface="Archivo Black"/>
                <a:ea typeface="Archivo Black"/>
                <a:cs typeface="Archivo Black"/>
                <a:sym typeface="Archivo Black"/>
              </a:rPr>
              <a:t>4</a:t>
            </a:r>
            <a:r>
              <a:rPr b="0" i="0" lang="en-US" sz="10041" u="none" cap="none" strike="noStrike">
                <a:solidFill>
                  <a:srgbClr val="FFFFFF"/>
                </a:solidFill>
                <a:latin typeface="Archivo Black"/>
                <a:ea typeface="Archivo Black"/>
                <a:cs typeface="Archivo Black"/>
                <a:sym typeface="Archivo Black"/>
              </a:rPr>
              <a:t>.</a:t>
            </a:r>
            <a:endParaRPr/>
          </a:p>
        </p:txBody>
      </p:sp>
      <p:sp>
        <p:nvSpPr>
          <p:cNvPr id="187" name="Google Shape;187;p13"/>
          <p:cNvSpPr txBox="1"/>
          <p:nvPr/>
        </p:nvSpPr>
        <p:spPr>
          <a:xfrm>
            <a:off x="7594651" y="4442845"/>
            <a:ext cx="2268600" cy="1545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41" u="none" cap="none" strike="noStrike">
                <a:solidFill>
                  <a:srgbClr val="FFFFFF"/>
                </a:solidFill>
                <a:latin typeface="Archivo Black"/>
                <a:ea typeface="Archivo Black"/>
                <a:cs typeface="Archivo Black"/>
                <a:sym typeface="Archivo Black"/>
              </a:rPr>
              <a:t>0</a:t>
            </a:r>
            <a:r>
              <a:rPr lang="en-US" sz="10041">
                <a:solidFill>
                  <a:srgbClr val="FFFFFF"/>
                </a:solidFill>
                <a:latin typeface="Archivo Black"/>
                <a:ea typeface="Archivo Black"/>
                <a:cs typeface="Archivo Black"/>
                <a:sym typeface="Archivo Black"/>
              </a:rPr>
              <a:t>5</a:t>
            </a:r>
            <a:r>
              <a:rPr b="0" i="0" lang="en-US" sz="10041" u="none" cap="none" strike="noStrike">
                <a:solidFill>
                  <a:srgbClr val="FFFFFF"/>
                </a:solidFill>
                <a:latin typeface="Archivo Black"/>
                <a:ea typeface="Archivo Black"/>
                <a:cs typeface="Archivo Black"/>
                <a:sym typeface="Archivo Black"/>
              </a:rPr>
              <a:t>.</a:t>
            </a:r>
            <a:endParaRPr/>
          </a:p>
        </p:txBody>
      </p:sp>
      <p:sp>
        <p:nvSpPr>
          <p:cNvPr id="188" name="Google Shape;188;p13"/>
          <p:cNvSpPr txBox="1"/>
          <p:nvPr/>
        </p:nvSpPr>
        <p:spPr>
          <a:xfrm>
            <a:off x="13611213" y="4441254"/>
            <a:ext cx="2268600" cy="1545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41" u="none" cap="none" strike="noStrike">
                <a:solidFill>
                  <a:srgbClr val="FFFFFF"/>
                </a:solidFill>
                <a:latin typeface="Archivo Black"/>
                <a:ea typeface="Archivo Black"/>
                <a:cs typeface="Archivo Black"/>
                <a:sym typeface="Archivo Black"/>
              </a:rPr>
              <a:t>0</a:t>
            </a:r>
            <a:r>
              <a:rPr lang="en-US" sz="10041">
                <a:solidFill>
                  <a:srgbClr val="FFFFFF"/>
                </a:solidFill>
                <a:latin typeface="Archivo Black"/>
                <a:ea typeface="Archivo Black"/>
                <a:cs typeface="Archivo Black"/>
                <a:sym typeface="Archivo Black"/>
              </a:rPr>
              <a:t>6</a:t>
            </a:r>
            <a:r>
              <a:rPr b="0" i="0" lang="en-US" sz="10041" u="none" cap="none" strike="noStrike">
                <a:solidFill>
                  <a:srgbClr val="FFFFFF"/>
                </a:solidFill>
                <a:latin typeface="Archivo Black"/>
                <a:ea typeface="Archivo Black"/>
                <a:cs typeface="Archivo Black"/>
                <a:sym typeface="Archivo Black"/>
              </a:rPr>
              <a:t>.</a:t>
            </a:r>
            <a:endParaRPr/>
          </a:p>
        </p:txBody>
      </p:sp>
      <p:pic>
        <p:nvPicPr>
          <p:cNvPr id="189" name="Google Shape;189;p13"/>
          <p:cNvPicPr preferRelativeResize="0"/>
          <p:nvPr/>
        </p:nvPicPr>
        <p:blipFill>
          <a:blip r:embed="rId4">
            <a:alphaModFix/>
          </a:blip>
          <a:stretch>
            <a:fillRect/>
          </a:stretch>
        </p:blipFill>
        <p:spPr>
          <a:xfrm>
            <a:off x="17447675" y="6541045"/>
            <a:ext cx="1614950" cy="1492604"/>
          </a:xfrm>
          <a:prstGeom prst="rect">
            <a:avLst/>
          </a:prstGeom>
          <a:noFill/>
          <a:ln>
            <a:noFill/>
          </a:ln>
        </p:spPr>
      </p:pic>
      <p:pic>
        <p:nvPicPr>
          <p:cNvPr id="190" name="Google Shape;190;p13"/>
          <p:cNvPicPr preferRelativeResize="0"/>
          <p:nvPr/>
        </p:nvPicPr>
        <p:blipFill>
          <a:blip r:embed="rId5">
            <a:alphaModFix/>
          </a:blip>
          <a:stretch>
            <a:fillRect/>
          </a:stretch>
        </p:blipFill>
        <p:spPr>
          <a:xfrm>
            <a:off x="15366025" y="553634"/>
            <a:ext cx="7235541" cy="452200"/>
          </a:xfrm>
          <a:prstGeom prst="rect">
            <a:avLst/>
          </a:prstGeom>
          <a:noFill/>
          <a:ln>
            <a:noFill/>
          </a:ln>
        </p:spPr>
      </p:pic>
      <p:pic>
        <p:nvPicPr>
          <p:cNvPr id="191" name="Google Shape;191;p13"/>
          <p:cNvPicPr preferRelativeResize="0"/>
          <p:nvPr/>
        </p:nvPicPr>
        <p:blipFill>
          <a:blip r:embed="rId6">
            <a:alphaModFix/>
          </a:blip>
          <a:stretch>
            <a:fillRect/>
          </a:stretch>
        </p:blipFill>
        <p:spPr>
          <a:xfrm>
            <a:off x="103800" y="664637"/>
            <a:ext cx="1676725" cy="452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4"/>
          <p:cNvSpPr/>
          <p:nvPr/>
        </p:nvSpPr>
        <p:spPr>
          <a:xfrm rot="5400000">
            <a:off x="16469565" y="8944212"/>
            <a:ext cx="475647" cy="1103822"/>
          </a:xfrm>
          <a:custGeom>
            <a:rect b="b" l="l" r="r" t="t"/>
            <a:pathLst>
              <a:path extrusionOk="0" h="1103822" w="475647">
                <a:moveTo>
                  <a:pt x="0" y="0"/>
                </a:moveTo>
                <a:lnTo>
                  <a:pt x="475647" y="0"/>
                </a:lnTo>
                <a:lnTo>
                  <a:pt x="475647" y="1103823"/>
                </a:lnTo>
                <a:lnTo>
                  <a:pt x="0" y="1103823"/>
                </a:lnTo>
                <a:lnTo>
                  <a:pt x="0" y="0"/>
                </a:lnTo>
                <a:close/>
              </a:path>
            </a:pathLst>
          </a:custGeom>
          <a:blipFill rotWithShape="1">
            <a:blip r:embed="rId3">
              <a:alphaModFix/>
            </a:blip>
            <a:stretch>
              <a:fillRect b="0" l="0" r="0" t="0"/>
            </a:stretch>
          </a:blipFill>
          <a:ln>
            <a:noFill/>
          </a:ln>
        </p:spPr>
      </p:sp>
      <p:sp>
        <p:nvSpPr>
          <p:cNvPr id="197" name="Google Shape;197;p14"/>
          <p:cNvSpPr/>
          <p:nvPr/>
        </p:nvSpPr>
        <p:spPr>
          <a:xfrm rot="-5400000">
            <a:off x="1342788" y="8944212"/>
            <a:ext cx="475647" cy="1103822"/>
          </a:xfrm>
          <a:custGeom>
            <a:rect b="b" l="l" r="r" t="t"/>
            <a:pathLst>
              <a:path extrusionOk="0" h="1103822" w="475647">
                <a:moveTo>
                  <a:pt x="0" y="0"/>
                </a:moveTo>
                <a:lnTo>
                  <a:pt x="475647" y="0"/>
                </a:lnTo>
                <a:lnTo>
                  <a:pt x="475647" y="1103823"/>
                </a:lnTo>
                <a:lnTo>
                  <a:pt x="0" y="1103823"/>
                </a:lnTo>
                <a:lnTo>
                  <a:pt x="0" y="0"/>
                </a:lnTo>
                <a:close/>
              </a:path>
            </a:pathLst>
          </a:custGeom>
          <a:blipFill rotWithShape="1">
            <a:blip r:embed="rId3">
              <a:alphaModFix/>
            </a:blip>
            <a:stretch>
              <a:fillRect b="0" l="0" r="0" t="0"/>
            </a:stretch>
          </a:blipFill>
          <a:ln>
            <a:noFill/>
          </a:ln>
        </p:spPr>
      </p:sp>
      <p:cxnSp>
        <p:nvCxnSpPr>
          <p:cNvPr id="198" name="Google Shape;198;p14"/>
          <p:cNvCxnSpPr/>
          <p:nvPr/>
        </p:nvCxnSpPr>
        <p:spPr>
          <a:xfrm>
            <a:off x="11254989" y="5168632"/>
            <a:ext cx="7291735" cy="0"/>
          </a:xfrm>
          <a:prstGeom prst="straightConnector1">
            <a:avLst/>
          </a:prstGeom>
          <a:noFill/>
          <a:ln cap="flat" cmpd="sng" w="38100">
            <a:solidFill>
              <a:srgbClr val="C2C2C2"/>
            </a:solidFill>
            <a:prstDash val="solid"/>
            <a:round/>
            <a:headEnd len="sm" w="sm" type="none"/>
            <a:tailEnd len="sm" w="sm" type="none"/>
          </a:ln>
        </p:spPr>
      </p:cxnSp>
      <p:cxnSp>
        <p:nvCxnSpPr>
          <p:cNvPr id="199" name="Google Shape;199;p14"/>
          <p:cNvCxnSpPr/>
          <p:nvPr/>
        </p:nvCxnSpPr>
        <p:spPr>
          <a:xfrm>
            <a:off x="15852981" y="2275754"/>
            <a:ext cx="0" cy="6885710"/>
          </a:xfrm>
          <a:prstGeom prst="straightConnector1">
            <a:avLst/>
          </a:prstGeom>
          <a:noFill/>
          <a:ln cap="flat" cmpd="sng" w="38100">
            <a:solidFill>
              <a:srgbClr val="C2C2C2"/>
            </a:solidFill>
            <a:prstDash val="solid"/>
            <a:round/>
            <a:headEnd len="sm" w="sm" type="none"/>
            <a:tailEnd len="sm" w="sm" type="none"/>
          </a:ln>
        </p:spPr>
      </p:cxnSp>
      <p:cxnSp>
        <p:nvCxnSpPr>
          <p:cNvPr id="200" name="Google Shape;200;p14"/>
          <p:cNvCxnSpPr/>
          <p:nvPr/>
        </p:nvCxnSpPr>
        <p:spPr>
          <a:xfrm>
            <a:off x="11254989" y="6348213"/>
            <a:ext cx="7291735" cy="0"/>
          </a:xfrm>
          <a:prstGeom prst="straightConnector1">
            <a:avLst/>
          </a:prstGeom>
          <a:noFill/>
          <a:ln cap="flat" cmpd="sng" w="38100">
            <a:solidFill>
              <a:srgbClr val="C2C2C2"/>
            </a:solidFill>
            <a:prstDash val="solid"/>
            <a:round/>
            <a:headEnd len="sm" w="sm" type="none"/>
            <a:tailEnd len="sm" w="sm" type="none"/>
          </a:ln>
        </p:spPr>
      </p:cxnSp>
      <p:cxnSp>
        <p:nvCxnSpPr>
          <p:cNvPr id="201" name="Google Shape;201;p14"/>
          <p:cNvCxnSpPr/>
          <p:nvPr/>
        </p:nvCxnSpPr>
        <p:spPr>
          <a:xfrm>
            <a:off x="14572884" y="2275754"/>
            <a:ext cx="0" cy="6885710"/>
          </a:xfrm>
          <a:prstGeom prst="straightConnector1">
            <a:avLst/>
          </a:prstGeom>
          <a:noFill/>
          <a:ln cap="flat" cmpd="sng" w="38100">
            <a:solidFill>
              <a:srgbClr val="C2C2C2"/>
            </a:solidFill>
            <a:prstDash val="solid"/>
            <a:round/>
            <a:headEnd len="sm" w="sm" type="none"/>
            <a:tailEnd len="sm" w="sm" type="none"/>
          </a:ln>
        </p:spPr>
      </p:cxnSp>
      <p:cxnSp>
        <p:nvCxnSpPr>
          <p:cNvPr id="202" name="Google Shape;202;p14"/>
          <p:cNvCxnSpPr/>
          <p:nvPr/>
        </p:nvCxnSpPr>
        <p:spPr>
          <a:xfrm>
            <a:off x="11254989" y="7527793"/>
            <a:ext cx="7291735" cy="0"/>
          </a:xfrm>
          <a:prstGeom prst="straightConnector1">
            <a:avLst/>
          </a:prstGeom>
          <a:noFill/>
          <a:ln cap="flat" cmpd="sng" w="38100">
            <a:solidFill>
              <a:srgbClr val="C2C2C2"/>
            </a:solidFill>
            <a:prstDash val="solid"/>
            <a:round/>
            <a:headEnd len="sm" w="sm" type="none"/>
            <a:tailEnd len="sm" w="sm" type="none"/>
          </a:ln>
        </p:spPr>
      </p:cxnSp>
      <p:cxnSp>
        <p:nvCxnSpPr>
          <p:cNvPr id="203" name="Google Shape;203;p14"/>
          <p:cNvCxnSpPr/>
          <p:nvPr/>
        </p:nvCxnSpPr>
        <p:spPr>
          <a:xfrm>
            <a:off x="13292787" y="2275754"/>
            <a:ext cx="0" cy="6885710"/>
          </a:xfrm>
          <a:prstGeom prst="straightConnector1">
            <a:avLst/>
          </a:prstGeom>
          <a:noFill/>
          <a:ln cap="flat" cmpd="sng" w="38100">
            <a:solidFill>
              <a:srgbClr val="C2C2C2"/>
            </a:solidFill>
            <a:prstDash val="solid"/>
            <a:round/>
            <a:headEnd len="sm" w="sm" type="none"/>
            <a:tailEnd len="sm" w="sm" type="none"/>
          </a:ln>
        </p:spPr>
      </p:cxnSp>
      <p:cxnSp>
        <p:nvCxnSpPr>
          <p:cNvPr id="204" name="Google Shape;204;p14"/>
          <p:cNvCxnSpPr/>
          <p:nvPr/>
        </p:nvCxnSpPr>
        <p:spPr>
          <a:xfrm>
            <a:off x="12012690" y="2275754"/>
            <a:ext cx="0" cy="6885710"/>
          </a:xfrm>
          <a:prstGeom prst="straightConnector1">
            <a:avLst/>
          </a:prstGeom>
          <a:noFill/>
          <a:ln cap="flat" cmpd="sng" w="38100">
            <a:solidFill>
              <a:srgbClr val="C2C2C2"/>
            </a:solidFill>
            <a:prstDash val="solid"/>
            <a:round/>
            <a:headEnd len="sm" w="sm" type="none"/>
            <a:tailEnd len="sm" w="sm" type="none"/>
          </a:ln>
        </p:spPr>
      </p:cxnSp>
      <p:cxnSp>
        <p:nvCxnSpPr>
          <p:cNvPr id="205" name="Google Shape;205;p14"/>
          <p:cNvCxnSpPr/>
          <p:nvPr/>
        </p:nvCxnSpPr>
        <p:spPr>
          <a:xfrm>
            <a:off x="11254989" y="2856506"/>
            <a:ext cx="7291735" cy="0"/>
          </a:xfrm>
          <a:prstGeom prst="straightConnector1">
            <a:avLst/>
          </a:prstGeom>
          <a:noFill/>
          <a:ln cap="flat" cmpd="sng" w="38100">
            <a:solidFill>
              <a:srgbClr val="C2C2C2"/>
            </a:solidFill>
            <a:prstDash val="solid"/>
            <a:round/>
            <a:headEnd len="sm" w="sm" type="none"/>
            <a:tailEnd len="sm" w="sm" type="none"/>
          </a:ln>
        </p:spPr>
      </p:cxnSp>
      <p:cxnSp>
        <p:nvCxnSpPr>
          <p:cNvPr id="206" name="Google Shape;206;p14"/>
          <p:cNvCxnSpPr/>
          <p:nvPr/>
        </p:nvCxnSpPr>
        <p:spPr>
          <a:xfrm>
            <a:off x="17827237" y="2275754"/>
            <a:ext cx="0" cy="6550771"/>
          </a:xfrm>
          <a:prstGeom prst="straightConnector1">
            <a:avLst/>
          </a:prstGeom>
          <a:noFill/>
          <a:ln cap="flat" cmpd="sng" w="38100">
            <a:solidFill>
              <a:srgbClr val="C2C2C2"/>
            </a:solidFill>
            <a:prstDash val="solid"/>
            <a:round/>
            <a:headEnd len="sm" w="sm" type="none"/>
            <a:tailEnd len="sm" w="sm" type="none"/>
          </a:ln>
        </p:spPr>
      </p:cxnSp>
      <p:cxnSp>
        <p:nvCxnSpPr>
          <p:cNvPr id="207" name="Google Shape;207;p14"/>
          <p:cNvCxnSpPr/>
          <p:nvPr/>
        </p:nvCxnSpPr>
        <p:spPr>
          <a:xfrm>
            <a:off x="11254989" y="4036086"/>
            <a:ext cx="7291735" cy="0"/>
          </a:xfrm>
          <a:prstGeom prst="straightConnector1">
            <a:avLst/>
          </a:prstGeom>
          <a:noFill/>
          <a:ln cap="flat" cmpd="sng" w="38100">
            <a:solidFill>
              <a:srgbClr val="C2C2C2"/>
            </a:solidFill>
            <a:prstDash val="solid"/>
            <a:round/>
            <a:headEnd len="sm" w="sm" type="none"/>
            <a:tailEnd len="sm" w="sm" type="none"/>
          </a:ln>
        </p:spPr>
      </p:cxnSp>
      <p:cxnSp>
        <p:nvCxnSpPr>
          <p:cNvPr id="208" name="Google Shape;208;p14"/>
          <p:cNvCxnSpPr/>
          <p:nvPr/>
        </p:nvCxnSpPr>
        <p:spPr>
          <a:xfrm>
            <a:off x="16867983" y="2275754"/>
            <a:ext cx="0" cy="6550771"/>
          </a:xfrm>
          <a:prstGeom prst="straightConnector1">
            <a:avLst/>
          </a:prstGeom>
          <a:noFill/>
          <a:ln cap="flat" cmpd="sng" w="38100">
            <a:solidFill>
              <a:srgbClr val="C2C2C2"/>
            </a:solidFill>
            <a:prstDash val="solid"/>
            <a:round/>
            <a:headEnd len="sm" w="sm" type="none"/>
            <a:tailEnd len="sm" w="sm" type="none"/>
          </a:ln>
        </p:spPr>
      </p:cxnSp>
      <p:sp>
        <p:nvSpPr>
          <p:cNvPr id="209" name="Google Shape;209;p14"/>
          <p:cNvSpPr/>
          <p:nvPr/>
        </p:nvSpPr>
        <p:spPr>
          <a:xfrm rot="5400000">
            <a:off x="16469565" y="863609"/>
            <a:ext cx="475647" cy="1103822"/>
          </a:xfrm>
          <a:custGeom>
            <a:rect b="b" l="l" r="r" t="t"/>
            <a:pathLst>
              <a:path extrusionOk="0" h="1103822" w="475647">
                <a:moveTo>
                  <a:pt x="0" y="0"/>
                </a:moveTo>
                <a:lnTo>
                  <a:pt x="475647" y="0"/>
                </a:lnTo>
                <a:lnTo>
                  <a:pt x="475647" y="1103822"/>
                </a:lnTo>
                <a:lnTo>
                  <a:pt x="0" y="1103822"/>
                </a:lnTo>
                <a:lnTo>
                  <a:pt x="0" y="0"/>
                </a:lnTo>
                <a:close/>
              </a:path>
            </a:pathLst>
          </a:custGeom>
          <a:blipFill rotWithShape="1">
            <a:blip r:embed="rId3">
              <a:alphaModFix/>
            </a:blip>
            <a:stretch>
              <a:fillRect b="0" l="0" r="0" t="0"/>
            </a:stretch>
          </a:blipFill>
          <a:ln>
            <a:noFill/>
          </a:ln>
        </p:spPr>
      </p:sp>
      <p:pic>
        <p:nvPicPr>
          <p:cNvPr id="210" name="Google Shape;210;p14"/>
          <p:cNvPicPr preferRelativeResize="0"/>
          <p:nvPr/>
        </p:nvPicPr>
        <p:blipFill>
          <a:blip r:embed="rId4">
            <a:alphaModFix/>
          </a:blip>
          <a:stretch>
            <a:fillRect/>
          </a:stretch>
        </p:blipFill>
        <p:spPr>
          <a:xfrm>
            <a:off x="1304025" y="-842180"/>
            <a:ext cx="1614950" cy="1492604"/>
          </a:xfrm>
          <a:prstGeom prst="rect">
            <a:avLst/>
          </a:prstGeom>
          <a:noFill/>
          <a:ln>
            <a:noFill/>
          </a:ln>
        </p:spPr>
      </p:pic>
      <p:pic>
        <p:nvPicPr>
          <p:cNvPr id="211" name="Google Shape;211;p14"/>
          <p:cNvPicPr preferRelativeResize="0"/>
          <p:nvPr/>
        </p:nvPicPr>
        <p:blipFill>
          <a:blip r:embed="rId5">
            <a:alphaModFix/>
          </a:blip>
          <a:stretch>
            <a:fillRect/>
          </a:stretch>
        </p:blipFill>
        <p:spPr>
          <a:xfrm>
            <a:off x="11283088" y="-49291"/>
            <a:ext cx="7235541" cy="452200"/>
          </a:xfrm>
          <a:prstGeom prst="rect">
            <a:avLst/>
          </a:prstGeom>
          <a:noFill/>
          <a:ln>
            <a:noFill/>
          </a:ln>
        </p:spPr>
      </p:pic>
      <p:pic>
        <p:nvPicPr>
          <p:cNvPr id="212" name="Google Shape;212;p14"/>
          <p:cNvPicPr preferRelativeResize="0"/>
          <p:nvPr/>
        </p:nvPicPr>
        <p:blipFill>
          <a:blip r:embed="rId6">
            <a:alphaModFix/>
          </a:blip>
          <a:stretch>
            <a:fillRect/>
          </a:stretch>
        </p:blipFill>
        <p:spPr>
          <a:xfrm>
            <a:off x="17882984" y="7527834"/>
            <a:ext cx="787100" cy="1488778"/>
          </a:xfrm>
          <a:prstGeom prst="rect">
            <a:avLst/>
          </a:prstGeom>
          <a:noFill/>
          <a:ln>
            <a:noFill/>
          </a:ln>
        </p:spPr>
      </p:pic>
      <p:pic>
        <p:nvPicPr>
          <p:cNvPr id="213" name="Google Shape;213;p14"/>
          <p:cNvPicPr preferRelativeResize="0"/>
          <p:nvPr/>
        </p:nvPicPr>
        <p:blipFill>
          <a:blip r:embed="rId7">
            <a:alphaModFix/>
          </a:blip>
          <a:stretch>
            <a:fillRect/>
          </a:stretch>
        </p:blipFill>
        <p:spPr>
          <a:xfrm>
            <a:off x="7136800" y="1289755"/>
            <a:ext cx="1687100" cy="531803"/>
          </a:xfrm>
          <a:prstGeom prst="rect">
            <a:avLst/>
          </a:prstGeom>
          <a:noFill/>
          <a:ln>
            <a:noFill/>
          </a:ln>
        </p:spPr>
      </p:pic>
      <p:sp>
        <p:nvSpPr>
          <p:cNvPr id="214" name="Google Shape;214;p14"/>
          <p:cNvSpPr/>
          <p:nvPr/>
        </p:nvSpPr>
        <p:spPr>
          <a:xfrm rot="5400000">
            <a:off x="16744890" y="863609"/>
            <a:ext cx="475647" cy="1103822"/>
          </a:xfrm>
          <a:custGeom>
            <a:rect b="b" l="l" r="r" t="t"/>
            <a:pathLst>
              <a:path extrusionOk="0" h="1103822" w="475647">
                <a:moveTo>
                  <a:pt x="0" y="0"/>
                </a:moveTo>
                <a:lnTo>
                  <a:pt x="475647" y="0"/>
                </a:lnTo>
                <a:lnTo>
                  <a:pt x="475647" y="1103822"/>
                </a:lnTo>
                <a:lnTo>
                  <a:pt x="0" y="1103822"/>
                </a:lnTo>
                <a:lnTo>
                  <a:pt x="0" y="0"/>
                </a:lnTo>
                <a:close/>
              </a:path>
            </a:pathLst>
          </a:custGeom>
          <a:blipFill rotWithShape="1">
            <a:blip r:embed="rId3">
              <a:alphaModFix/>
            </a:blip>
            <a:stretch>
              <a:fillRect b="0" l="0" r="0" t="0"/>
            </a:stretch>
          </a:blipFill>
          <a:ln>
            <a:noFill/>
          </a:ln>
        </p:spPr>
      </p:sp>
      <p:grpSp>
        <p:nvGrpSpPr>
          <p:cNvPr id="215" name="Google Shape;215;p14"/>
          <p:cNvGrpSpPr/>
          <p:nvPr/>
        </p:nvGrpSpPr>
        <p:grpSpPr>
          <a:xfrm>
            <a:off x="9494641" y="7223874"/>
            <a:ext cx="4805436" cy="1792729"/>
            <a:chOff x="0" y="-47625"/>
            <a:chExt cx="812800" cy="472156"/>
          </a:xfrm>
        </p:grpSpPr>
        <p:sp>
          <p:nvSpPr>
            <p:cNvPr id="216" name="Google Shape;216;p14"/>
            <p:cNvSpPr/>
            <p:nvPr/>
          </p:nvSpPr>
          <p:spPr>
            <a:xfrm>
              <a:off x="0" y="0"/>
              <a:ext cx="812800" cy="424531"/>
            </a:xfrm>
            <a:custGeom>
              <a:rect b="b" l="l" r="r" t="t"/>
              <a:pathLst>
                <a:path extrusionOk="0" h="424531" w="812800">
                  <a:moveTo>
                    <a:pt x="0" y="0"/>
                  </a:moveTo>
                  <a:lnTo>
                    <a:pt x="812800" y="0"/>
                  </a:lnTo>
                  <a:lnTo>
                    <a:pt x="812800" y="424531"/>
                  </a:lnTo>
                  <a:lnTo>
                    <a:pt x="0" y="424531"/>
                  </a:lnTo>
                  <a:close/>
                </a:path>
              </a:pathLst>
            </a:custGeom>
            <a:solidFill>
              <a:srgbClr val="B62C16"/>
            </a:solidFill>
            <a:ln>
              <a:noFill/>
            </a:ln>
          </p:spPr>
        </p:sp>
        <p:sp>
          <p:nvSpPr>
            <p:cNvPr id="217" name="Google Shape;217;p14"/>
            <p:cNvSpPr txBox="1"/>
            <p:nvPr/>
          </p:nvSpPr>
          <p:spPr>
            <a:xfrm>
              <a:off x="0" y="-47625"/>
              <a:ext cx="812800" cy="472156"/>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18" name="Google Shape;218;p14"/>
          <p:cNvGrpSpPr/>
          <p:nvPr/>
        </p:nvGrpSpPr>
        <p:grpSpPr>
          <a:xfrm>
            <a:off x="780800" y="2692802"/>
            <a:ext cx="11429012" cy="6045994"/>
            <a:chOff x="0" y="-47625"/>
            <a:chExt cx="2485973" cy="1592350"/>
          </a:xfrm>
        </p:grpSpPr>
        <p:sp>
          <p:nvSpPr>
            <p:cNvPr id="219" name="Google Shape;219;p14"/>
            <p:cNvSpPr/>
            <p:nvPr/>
          </p:nvSpPr>
          <p:spPr>
            <a:xfrm>
              <a:off x="0" y="0"/>
              <a:ext cx="2485973" cy="1544725"/>
            </a:xfrm>
            <a:custGeom>
              <a:rect b="b" l="l" r="r" t="t"/>
              <a:pathLst>
                <a:path extrusionOk="0" h="1544725" w="2485973">
                  <a:moveTo>
                    <a:pt x="0" y="0"/>
                  </a:moveTo>
                  <a:lnTo>
                    <a:pt x="2485973" y="0"/>
                  </a:lnTo>
                  <a:lnTo>
                    <a:pt x="2485973" y="1544725"/>
                  </a:lnTo>
                  <a:lnTo>
                    <a:pt x="0" y="1544725"/>
                  </a:lnTo>
                  <a:close/>
                </a:path>
              </a:pathLst>
            </a:custGeom>
            <a:solidFill>
              <a:srgbClr val="EAEAEA"/>
            </a:solidFill>
            <a:ln>
              <a:noFill/>
            </a:ln>
          </p:spPr>
        </p:sp>
        <p:sp>
          <p:nvSpPr>
            <p:cNvPr id="220" name="Google Shape;220;p14"/>
            <p:cNvSpPr txBox="1"/>
            <p:nvPr/>
          </p:nvSpPr>
          <p:spPr>
            <a:xfrm>
              <a:off x="0" y="-47625"/>
              <a:ext cx="2485973" cy="159235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21" name="Google Shape;221;p14"/>
          <p:cNvGrpSpPr/>
          <p:nvPr/>
        </p:nvGrpSpPr>
        <p:grpSpPr>
          <a:xfrm>
            <a:off x="780800" y="913925"/>
            <a:ext cx="11429012" cy="2674950"/>
            <a:chOff x="0" y="-47625"/>
            <a:chExt cx="2485973" cy="704509"/>
          </a:xfrm>
        </p:grpSpPr>
        <p:sp>
          <p:nvSpPr>
            <p:cNvPr id="222" name="Google Shape;222;p14"/>
            <p:cNvSpPr/>
            <p:nvPr/>
          </p:nvSpPr>
          <p:spPr>
            <a:xfrm>
              <a:off x="0" y="0"/>
              <a:ext cx="2485973" cy="656884"/>
            </a:xfrm>
            <a:custGeom>
              <a:rect b="b" l="l" r="r" t="t"/>
              <a:pathLst>
                <a:path extrusionOk="0" h="656884" w="2485973">
                  <a:moveTo>
                    <a:pt x="0" y="0"/>
                  </a:moveTo>
                  <a:lnTo>
                    <a:pt x="2485973" y="0"/>
                  </a:lnTo>
                  <a:lnTo>
                    <a:pt x="2485973" y="656884"/>
                  </a:lnTo>
                  <a:lnTo>
                    <a:pt x="0" y="656884"/>
                  </a:lnTo>
                  <a:close/>
                </a:path>
              </a:pathLst>
            </a:custGeom>
            <a:solidFill>
              <a:srgbClr val="B62C16"/>
            </a:solidFill>
            <a:ln>
              <a:noFill/>
            </a:ln>
          </p:spPr>
        </p:sp>
        <p:sp>
          <p:nvSpPr>
            <p:cNvPr id="223" name="Google Shape;223;p14"/>
            <p:cNvSpPr txBox="1"/>
            <p:nvPr/>
          </p:nvSpPr>
          <p:spPr>
            <a:xfrm>
              <a:off x="0" y="-47625"/>
              <a:ext cx="2485973" cy="704509"/>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24" name="Google Shape;224;p14"/>
          <p:cNvSpPr txBox="1"/>
          <p:nvPr/>
        </p:nvSpPr>
        <p:spPr>
          <a:xfrm>
            <a:off x="973562" y="2217509"/>
            <a:ext cx="9438900" cy="1077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7000" u="none" cap="none" strike="noStrike">
                <a:solidFill>
                  <a:srgbClr val="FFFFFF"/>
                </a:solidFill>
                <a:latin typeface="Archivo Black"/>
                <a:ea typeface="Archivo Black"/>
                <a:cs typeface="Archivo Black"/>
                <a:sym typeface="Archivo Black"/>
              </a:rPr>
              <a:t>INTRODU</a:t>
            </a:r>
            <a:r>
              <a:rPr lang="en-US" sz="7000">
                <a:solidFill>
                  <a:srgbClr val="FFFFFF"/>
                </a:solidFill>
                <a:latin typeface="Archivo Black"/>
                <a:ea typeface="Archivo Black"/>
                <a:cs typeface="Archivo Black"/>
                <a:sym typeface="Archivo Black"/>
              </a:rPr>
              <a:t>ZIONE</a:t>
            </a:r>
            <a:endParaRPr/>
          </a:p>
        </p:txBody>
      </p:sp>
      <p:sp>
        <p:nvSpPr>
          <p:cNvPr id="225" name="Google Shape;225;p14"/>
          <p:cNvSpPr txBox="1"/>
          <p:nvPr/>
        </p:nvSpPr>
        <p:spPr>
          <a:xfrm>
            <a:off x="973562" y="3691052"/>
            <a:ext cx="9438900" cy="4396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US" sz="2800">
                <a:latin typeface="Open Sans"/>
                <a:ea typeface="Open Sans"/>
                <a:cs typeface="Open Sans"/>
                <a:sym typeface="Open Sans"/>
              </a:rPr>
              <a:t>Il progetto consiste nello sviluppo di una chat da terminale per sistemi Linux, che consente di interagire con un modello linguistico avanzato (LLM), appositamente integrato con strumenti di sicurezza esistenti. L’obiettivo principale è l’applicazione del modello di intelligenza artificiale nell’ambito della cybersecurity, con lo scopo di assistere l’utente nella prima fase di penetration testing fornendo un’esperienza interattiva.</a:t>
            </a:r>
            <a:endParaRPr sz="2800">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cxnSp>
        <p:nvCxnSpPr>
          <p:cNvPr id="230" name="Google Shape;230;p15"/>
          <p:cNvCxnSpPr/>
          <p:nvPr/>
        </p:nvCxnSpPr>
        <p:spPr>
          <a:xfrm>
            <a:off x="0" y="5293228"/>
            <a:ext cx="7594335" cy="0"/>
          </a:xfrm>
          <a:prstGeom prst="straightConnector1">
            <a:avLst/>
          </a:prstGeom>
          <a:noFill/>
          <a:ln cap="flat" cmpd="sng" w="38100">
            <a:solidFill>
              <a:srgbClr val="C2C2C2"/>
            </a:solidFill>
            <a:prstDash val="solid"/>
            <a:round/>
            <a:headEnd len="sm" w="sm" type="none"/>
            <a:tailEnd len="sm" w="sm" type="none"/>
          </a:ln>
        </p:spPr>
      </p:cxnSp>
      <p:cxnSp>
        <p:nvCxnSpPr>
          <p:cNvPr id="231" name="Google Shape;231;p15"/>
          <p:cNvCxnSpPr/>
          <p:nvPr/>
        </p:nvCxnSpPr>
        <p:spPr>
          <a:xfrm>
            <a:off x="0" y="6477704"/>
            <a:ext cx="7594335" cy="0"/>
          </a:xfrm>
          <a:prstGeom prst="straightConnector1">
            <a:avLst/>
          </a:prstGeom>
          <a:noFill/>
          <a:ln cap="flat" cmpd="sng" w="38100">
            <a:solidFill>
              <a:srgbClr val="C2C2C2"/>
            </a:solidFill>
            <a:prstDash val="solid"/>
            <a:round/>
            <a:headEnd len="sm" w="sm" type="none"/>
            <a:tailEnd len="sm" w="sm" type="none"/>
          </a:ln>
        </p:spPr>
      </p:cxnSp>
      <p:cxnSp>
        <p:nvCxnSpPr>
          <p:cNvPr id="232" name="Google Shape;232;p15"/>
          <p:cNvCxnSpPr/>
          <p:nvPr/>
        </p:nvCxnSpPr>
        <p:spPr>
          <a:xfrm>
            <a:off x="0" y="7662179"/>
            <a:ext cx="7594335" cy="0"/>
          </a:xfrm>
          <a:prstGeom prst="straightConnector1">
            <a:avLst/>
          </a:prstGeom>
          <a:noFill/>
          <a:ln cap="flat" cmpd="sng" w="38100">
            <a:solidFill>
              <a:srgbClr val="C2C2C2"/>
            </a:solidFill>
            <a:prstDash val="solid"/>
            <a:round/>
            <a:headEnd len="sm" w="sm" type="none"/>
            <a:tailEnd len="sm" w="sm" type="none"/>
          </a:ln>
        </p:spPr>
      </p:cxnSp>
      <p:cxnSp>
        <p:nvCxnSpPr>
          <p:cNvPr id="233" name="Google Shape;233;p15"/>
          <p:cNvCxnSpPr/>
          <p:nvPr/>
        </p:nvCxnSpPr>
        <p:spPr>
          <a:xfrm>
            <a:off x="0" y="4155982"/>
            <a:ext cx="7594335" cy="0"/>
          </a:xfrm>
          <a:prstGeom prst="straightConnector1">
            <a:avLst/>
          </a:prstGeom>
          <a:noFill/>
          <a:ln cap="flat" cmpd="sng" w="38100">
            <a:solidFill>
              <a:srgbClr val="C2C2C2"/>
            </a:solidFill>
            <a:prstDash val="solid"/>
            <a:round/>
            <a:headEnd len="sm" w="sm" type="none"/>
            <a:tailEnd len="sm" w="sm" type="none"/>
          </a:ln>
        </p:spPr>
      </p:cxnSp>
      <p:cxnSp>
        <p:nvCxnSpPr>
          <p:cNvPr id="234" name="Google Shape;234;p15"/>
          <p:cNvCxnSpPr/>
          <p:nvPr/>
        </p:nvCxnSpPr>
        <p:spPr>
          <a:xfrm>
            <a:off x="4617763" y="2388344"/>
            <a:ext cx="0" cy="6457022"/>
          </a:xfrm>
          <a:prstGeom prst="straightConnector1">
            <a:avLst/>
          </a:prstGeom>
          <a:noFill/>
          <a:ln cap="flat" cmpd="sng" w="38100">
            <a:solidFill>
              <a:srgbClr val="C2C2C2"/>
            </a:solidFill>
            <a:prstDash val="solid"/>
            <a:round/>
            <a:headEnd len="sm" w="sm" type="none"/>
            <a:tailEnd len="sm" w="sm" type="none"/>
          </a:ln>
        </p:spPr>
      </p:cxnSp>
      <p:cxnSp>
        <p:nvCxnSpPr>
          <p:cNvPr id="235" name="Google Shape;235;p15"/>
          <p:cNvCxnSpPr/>
          <p:nvPr/>
        </p:nvCxnSpPr>
        <p:spPr>
          <a:xfrm>
            <a:off x="3374891" y="2388344"/>
            <a:ext cx="0" cy="6457022"/>
          </a:xfrm>
          <a:prstGeom prst="straightConnector1">
            <a:avLst/>
          </a:prstGeom>
          <a:noFill/>
          <a:ln cap="flat" cmpd="sng" w="38100">
            <a:solidFill>
              <a:srgbClr val="C2C2C2"/>
            </a:solidFill>
            <a:prstDash val="solid"/>
            <a:round/>
            <a:headEnd len="sm" w="sm" type="none"/>
            <a:tailEnd len="sm" w="sm" type="none"/>
          </a:ln>
        </p:spPr>
      </p:cxnSp>
      <p:cxnSp>
        <p:nvCxnSpPr>
          <p:cNvPr id="236" name="Google Shape;236;p15"/>
          <p:cNvCxnSpPr/>
          <p:nvPr/>
        </p:nvCxnSpPr>
        <p:spPr>
          <a:xfrm>
            <a:off x="2122365" y="2388344"/>
            <a:ext cx="0" cy="6456900"/>
          </a:xfrm>
          <a:prstGeom prst="straightConnector1">
            <a:avLst/>
          </a:prstGeom>
          <a:noFill/>
          <a:ln cap="flat" cmpd="sng" w="38100">
            <a:solidFill>
              <a:srgbClr val="C2C2C2"/>
            </a:solidFill>
            <a:prstDash val="solid"/>
            <a:round/>
            <a:headEnd len="sm" w="sm" type="none"/>
            <a:tailEnd len="sm" w="sm" type="none"/>
          </a:ln>
        </p:spPr>
      </p:cxnSp>
      <p:cxnSp>
        <p:nvCxnSpPr>
          <p:cNvPr id="237" name="Google Shape;237;p15"/>
          <p:cNvCxnSpPr/>
          <p:nvPr/>
        </p:nvCxnSpPr>
        <p:spPr>
          <a:xfrm>
            <a:off x="789145" y="2388344"/>
            <a:ext cx="0" cy="6457022"/>
          </a:xfrm>
          <a:prstGeom prst="straightConnector1">
            <a:avLst/>
          </a:prstGeom>
          <a:noFill/>
          <a:ln cap="flat" cmpd="sng" w="38100">
            <a:solidFill>
              <a:srgbClr val="C2C2C2"/>
            </a:solidFill>
            <a:prstDash val="solid"/>
            <a:round/>
            <a:headEnd len="sm" w="sm" type="none"/>
            <a:tailEnd len="sm" w="sm" type="none"/>
          </a:ln>
        </p:spPr>
      </p:cxnSp>
      <p:cxnSp>
        <p:nvCxnSpPr>
          <p:cNvPr id="238" name="Google Shape;238;p15"/>
          <p:cNvCxnSpPr/>
          <p:nvPr/>
        </p:nvCxnSpPr>
        <p:spPr>
          <a:xfrm>
            <a:off x="0" y="2971507"/>
            <a:ext cx="7594200" cy="0"/>
          </a:xfrm>
          <a:prstGeom prst="straightConnector1">
            <a:avLst/>
          </a:prstGeom>
          <a:noFill/>
          <a:ln cap="flat" cmpd="sng" w="38100">
            <a:solidFill>
              <a:srgbClr val="C2C2C2"/>
            </a:solidFill>
            <a:prstDash val="solid"/>
            <a:round/>
            <a:headEnd len="sm" w="sm" type="none"/>
            <a:tailEnd len="sm" w="sm" type="none"/>
          </a:ln>
        </p:spPr>
      </p:cxnSp>
      <p:cxnSp>
        <p:nvCxnSpPr>
          <p:cNvPr id="239" name="Google Shape;239;p15"/>
          <p:cNvCxnSpPr/>
          <p:nvPr/>
        </p:nvCxnSpPr>
        <p:spPr>
          <a:xfrm>
            <a:off x="6898785" y="2702431"/>
            <a:ext cx="0" cy="6142935"/>
          </a:xfrm>
          <a:prstGeom prst="straightConnector1">
            <a:avLst/>
          </a:prstGeom>
          <a:noFill/>
          <a:ln cap="flat" cmpd="sng" w="38100">
            <a:solidFill>
              <a:srgbClr val="C2C2C2"/>
            </a:solidFill>
            <a:prstDash val="solid"/>
            <a:round/>
            <a:headEnd len="sm" w="sm" type="none"/>
            <a:tailEnd len="sm" w="sm" type="none"/>
          </a:ln>
        </p:spPr>
      </p:cxnSp>
      <p:cxnSp>
        <p:nvCxnSpPr>
          <p:cNvPr id="240" name="Google Shape;240;p15"/>
          <p:cNvCxnSpPr/>
          <p:nvPr/>
        </p:nvCxnSpPr>
        <p:spPr>
          <a:xfrm>
            <a:off x="5752511" y="2702431"/>
            <a:ext cx="0" cy="6142935"/>
          </a:xfrm>
          <a:prstGeom prst="straightConnector1">
            <a:avLst/>
          </a:prstGeom>
          <a:noFill/>
          <a:ln cap="flat" cmpd="sng" w="38100">
            <a:solidFill>
              <a:srgbClr val="C2C2C2"/>
            </a:solidFill>
            <a:prstDash val="solid"/>
            <a:round/>
            <a:headEnd len="sm" w="sm" type="none"/>
            <a:tailEnd len="sm" w="sm" type="none"/>
          </a:ln>
        </p:spPr>
      </p:cxnSp>
      <p:grpSp>
        <p:nvGrpSpPr>
          <p:cNvPr id="241" name="Google Shape;241;p15"/>
          <p:cNvGrpSpPr/>
          <p:nvPr/>
        </p:nvGrpSpPr>
        <p:grpSpPr>
          <a:xfrm>
            <a:off x="564051" y="2908250"/>
            <a:ext cx="7263597" cy="6093993"/>
            <a:chOff x="0" y="-47625"/>
            <a:chExt cx="780822" cy="1081454"/>
          </a:xfrm>
        </p:grpSpPr>
        <p:sp>
          <p:nvSpPr>
            <p:cNvPr id="242" name="Google Shape;242;p15"/>
            <p:cNvSpPr/>
            <p:nvPr/>
          </p:nvSpPr>
          <p:spPr>
            <a:xfrm>
              <a:off x="0" y="0"/>
              <a:ext cx="780822" cy="1033829"/>
            </a:xfrm>
            <a:custGeom>
              <a:rect b="b" l="l" r="r" t="t"/>
              <a:pathLst>
                <a:path extrusionOk="0" h="1033829" w="780822">
                  <a:moveTo>
                    <a:pt x="0" y="0"/>
                  </a:moveTo>
                  <a:lnTo>
                    <a:pt x="780822" y="0"/>
                  </a:lnTo>
                  <a:lnTo>
                    <a:pt x="780822" y="1033829"/>
                  </a:lnTo>
                  <a:lnTo>
                    <a:pt x="0" y="1033829"/>
                  </a:lnTo>
                  <a:close/>
                </a:path>
              </a:pathLst>
            </a:custGeom>
            <a:solidFill>
              <a:srgbClr val="B62C16"/>
            </a:solidFill>
            <a:ln>
              <a:noFill/>
            </a:ln>
          </p:spPr>
        </p:sp>
        <p:sp>
          <p:nvSpPr>
            <p:cNvPr id="243" name="Google Shape;243;p15"/>
            <p:cNvSpPr txBox="1"/>
            <p:nvPr/>
          </p:nvSpPr>
          <p:spPr>
            <a:xfrm>
              <a:off x="0" y="-47625"/>
              <a:ext cx="780822" cy="1081454"/>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44" name="Google Shape;244;p15"/>
          <p:cNvSpPr/>
          <p:nvPr/>
        </p:nvSpPr>
        <p:spPr>
          <a:xfrm rot="5400000">
            <a:off x="16469565" y="8944212"/>
            <a:ext cx="475647" cy="1103822"/>
          </a:xfrm>
          <a:custGeom>
            <a:rect b="b" l="l" r="r" t="t"/>
            <a:pathLst>
              <a:path extrusionOk="0" h="1103822" w="475647">
                <a:moveTo>
                  <a:pt x="0" y="0"/>
                </a:moveTo>
                <a:lnTo>
                  <a:pt x="475647" y="0"/>
                </a:lnTo>
                <a:lnTo>
                  <a:pt x="475647" y="1103823"/>
                </a:lnTo>
                <a:lnTo>
                  <a:pt x="0" y="1103823"/>
                </a:lnTo>
                <a:lnTo>
                  <a:pt x="0" y="0"/>
                </a:lnTo>
                <a:close/>
              </a:path>
            </a:pathLst>
          </a:custGeom>
          <a:blipFill rotWithShape="1">
            <a:blip r:embed="rId3">
              <a:alphaModFix/>
            </a:blip>
            <a:stretch>
              <a:fillRect b="0" l="0" r="0" t="0"/>
            </a:stretch>
          </a:blipFill>
          <a:ln>
            <a:noFill/>
          </a:ln>
        </p:spPr>
      </p:sp>
      <p:sp>
        <p:nvSpPr>
          <p:cNvPr id="245" name="Google Shape;245;p15"/>
          <p:cNvSpPr/>
          <p:nvPr/>
        </p:nvSpPr>
        <p:spPr>
          <a:xfrm rot="-5400000">
            <a:off x="1342788" y="8944212"/>
            <a:ext cx="475647" cy="1103822"/>
          </a:xfrm>
          <a:custGeom>
            <a:rect b="b" l="l" r="r" t="t"/>
            <a:pathLst>
              <a:path extrusionOk="0" h="1103822" w="475647">
                <a:moveTo>
                  <a:pt x="0" y="0"/>
                </a:moveTo>
                <a:lnTo>
                  <a:pt x="475647" y="0"/>
                </a:lnTo>
                <a:lnTo>
                  <a:pt x="475647" y="1103823"/>
                </a:lnTo>
                <a:lnTo>
                  <a:pt x="0" y="1103823"/>
                </a:lnTo>
                <a:lnTo>
                  <a:pt x="0" y="0"/>
                </a:lnTo>
                <a:close/>
              </a:path>
            </a:pathLst>
          </a:custGeom>
          <a:blipFill rotWithShape="1">
            <a:blip r:embed="rId3">
              <a:alphaModFix/>
            </a:blip>
            <a:stretch>
              <a:fillRect b="0" l="0" r="0" t="0"/>
            </a:stretch>
          </a:blipFill>
          <a:ln>
            <a:noFill/>
          </a:ln>
        </p:spPr>
      </p:sp>
      <p:sp>
        <p:nvSpPr>
          <p:cNvPr id="246" name="Google Shape;246;p15"/>
          <p:cNvSpPr txBox="1"/>
          <p:nvPr/>
        </p:nvSpPr>
        <p:spPr>
          <a:xfrm>
            <a:off x="564053" y="1890625"/>
            <a:ext cx="7216800" cy="738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US" sz="4800">
                <a:latin typeface="Archivo Black"/>
                <a:ea typeface="Archivo Black"/>
                <a:cs typeface="Archivo Black"/>
                <a:sym typeface="Archivo Black"/>
              </a:rPr>
              <a:t>ATTUALI</a:t>
            </a:r>
            <a:endParaRPr sz="4800"/>
          </a:p>
        </p:txBody>
      </p:sp>
      <p:sp>
        <p:nvSpPr>
          <p:cNvPr id="247" name="Google Shape;247;p15"/>
          <p:cNvSpPr txBox="1"/>
          <p:nvPr/>
        </p:nvSpPr>
        <p:spPr>
          <a:xfrm>
            <a:off x="10480890" y="1890625"/>
            <a:ext cx="7216800" cy="738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US" sz="4800">
                <a:latin typeface="Archivo Black"/>
                <a:ea typeface="Archivo Black"/>
                <a:cs typeface="Archivo Black"/>
                <a:sym typeface="Archivo Black"/>
              </a:rPr>
              <a:t>FUTURI</a:t>
            </a:r>
            <a:endParaRPr sz="4800"/>
          </a:p>
        </p:txBody>
      </p:sp>
      <p:grpSp>
        <p:nvGrpSpPr>
          <p:cNvPr id="248" name="Google Shape;248;p15"/>
          <p:cNvGrpSpPr/>
          <p:nvPr/>
        </p:nvGrpSpPr>
        <p:grpSpPr>
          <a:xfrm>
            <a:off x="15201900" y="-180827"/>
            <a:ext cx="3086120" cy="1792729"/>
            <a:chOff x="0" y="-47625"/>
            <a:chExt cx="812800" cy="472156"/>
          </a:xfrm>
        </p:grpSpPr>
        <p:sp>
          <p:nvSpPr>
            <p:cNvPr id="249" name="Google Shape;249;p15"/>
            <p:cNvSpPr/>
            <p:nvPr/>
          </p:nvSpPr>
          <p:spPr>
            <a:xfrm>
              <a:off x="0" y="0"/>
              <a:ext cx="812800" cy="424531"/>
            </a:xfrm>
            <a:custGeom>
              <a:rect b="b" l="l" r="r" t="t"/>
              <a:pathLst>
                <a:path extrusionOk="0" h="424531" w="812800">
                  <a:moveTo>
                    <a:pt x="0" y="0"/>
                  </a:moveTo>
                  <a:lnTo>
                    <a:pt x="812800" y="0"/>
                  </a:lnTo>
                  <a:lnTo>
                    <a:pt x="812800" y="424531"/>
                  </a:lnTo>
                  <a:lnTo>
                    <a:pt x="0" y="424531"/>
                  </a:lnTo>
                  <a:close/>
                </a:path>
              </a:pathLst>
            </a:custGeom>
            <a:solidFill>
              <a:srgbClr val="B62C16"/>
            </a:solidFill>
            <a:ln>
              <a:noFill/>
            </a:ln>
          </p:spPr>
        </p:sp>
        <p:sp>
          <p:nvSpPr>
            <p:cNvPr id="250" name="Google Shape;250;p15"/>
            <p:cNvSpPr txBox="1"/>
            <p:nvPr/>
          </p:nvSpPr>
          <p:spPr>
            <a:xfrm>
              <a:off x="0" y="-47625"/>
              <a:ext cx="812800" cy="472156"/>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51" name="Google Shape;251;p15"/>
          <p:cNvGrpSpPr/>
          <p:nvPr/>
        </p:nvGrpSpPr>
        <p:grpSpPr>
          <a:xfrm>
            <a:off x="10633248" y="2908250"/>
            <a:ext cx="6912071" cy="6093993"/>
            <a:chOff x="0" y="-47625"/>
            <a:chExt cx="780822" cy="1081454"/>
          </a:xfrm>
        </p:grpSpPr>
        <p:sp>
          <p:nvSpPr>
            <p:cNvPr id="252" name="Google Shape;252;p15"/>
            <p:cNvSpPr/>
            <p:nvPr/>
          </p:nvSpPr>
          <p:spPr>
            <a:xfrm>
              <a:off x="0" y="0"/>
              <a:ext cx="780822" cy="1033829"/>
            </a:xfrm>
            <a:custGeom>
              <a:rect b="b" l="l" r="r" t="t"/>
              <a:pathLst>
                <a:path extrusionOk="0" h="1033829" w="780822">
                  <a:moveTo>
                    <a:pt x="0" y="0"/>
                  </a:moveTo>
                  <a:lnTo>
                    <a:pt x="780822" y="0"/>
                  </a:lnTo>
                  <a:lnTo>
                    <a:pt x="780822" y="1033829"/>
                  </a:lnTo>
                  <a:lnTo>
                    <a:pt x="0" y="1033829"/>
                  </a:lnTo>
                  <a:close/>
                </a:path>
              </a:pathLst>
            </a:custGeom>
            <a:solidFill>
              <a:srgbClr val="B62C16"/>
            </a:solidFill>
            <a:ln>
              <a:noFill/>
            </a:ln>
          </p:spPr>
        </p:sp>
        <p:sp>
          <p:nvSpPr>
            <p:cNvPr id="253" name="Google Shape;253;p15"/>
            <p:cNvSpPr txBox="1"/>
            <p:nvPr/>
          </p:nvSpPr>
          <p:spPr>
            <a:xfrm>
              <a:off x="0" y="-47625"/>
              <a:ext cx="780822" cy="1081454"/>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54" name="Google Shape;254;p15"/>
          <p:cNvGrpSpPr/>
          <p:nvPr/>
        </p:nvGrpSpPr>
        <p:grpSpPr>
          <a:xfrm>
            <a:off x="10458562" y="3067886"/>
            <a:ext cx="6912058" cy="6094036"/>
            <a:chOff x="0" y="-47625"/>
            <a:chExt cx="780900" cy="1081500"/>
          </a:xfrm>
        </p:grpSpPr>
        <p:sp>
          <p:nvSpPr>
            <p:cNvPr id="255" name="Google Shape;255;p15"/>
            <p:cNvSpPr/>
            <p:nvPr/>
          </p:nvSpPr>
          <p:spPr>
            <a:xfrm>
              <a:off x="0" y="0"/>
              <a:ext cx="780822" cy="1033829"/>
            </a:xfrm>
            <a:custGeom>
              <a:rect b="b" l="l" r="r" t="t"/>
              <a:pathLst>
                <a:path extrusionOk="0" h="1033829" w="780822">
                  <a:moveTo>
                    <a:pt x="0" y="0"/>
                  </a:moveTo>
                  <a:lnTo>
                    <a:pt x="780822" y="0"/>
                  </a:lnTo>
                  <a:lnTo>
                    <a:pt x="780822" y="1033829"/>
                  </a:lnTo>
                  <a:lnTo>
                    <a:pt x="0" y="1033829"/>
                  </a:lnTo>
                  <a:close/>
                </a:path>
              </a:pathLst>
            </a:custGeom>
            <a:solidFill>
              <a:srgbClr val="000000">
                <a:alpha val="0"/>
              </a:srgbClr>
            </a:solidFill>
            <a:ln cap="sq" cmpd="sng" w="47625">
              <a:solidFill>
                <a:srgbClr val="000000"/>
              </a:solidFill>
              <a:prstDash val="solid"/>
              <a:miter lim="8000"/>
              <a:headEnd len="sm" w="sm" type="none"/>
              <a:tailEnd len="sm" w="sm" type="none"/>
            </a:ln>
          </p:spPr>
        </p:sp>
        <p:sp>
          <p:nvSpPr>
            <p:cNvPr id="256" name="Google Shape;256;p15"/>
            <p:cNvSpPr txBox="1"/>
            <p:nvPr/>
          </p:nvSpPr>
          <p:spPr>
            <a:xfrm>
              <a:off x="0" y="-47625"/>
              <a:ext cx="780900" cy="10815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257" name="Google Shape;257;p15"/>
          <p:cNvCxnSpPr/>
          <p:nvPr/>
        </p:nvCxnSpPr>
        <p:spPr>
          <a:xfrm>
            <a:off x="14730633" y="-883373"/>
            <a:ext cx="7776416" cy="0"/>
          </a:xfrm>
          <a:prstGeom prst="straightConnector1">
            <a:avLst/>
          </a:prstGeom>
          <a:noFill/>
          <a:ln cap="flat" cmpd="sng" w="38100">
            <a:solidFill>
              <a:srgbClr val="C2C2C2"/>
            </a:solidFill>
            <a:prstDash val="solid"/>
            <a:round/>
            <a:headEnd len="sm" w="sm" type="none"/>
            <a:tailEnd len="sm" w="sm" type="none"/>
          </a:ln>
        </p:spPr>
      </p:cxnSp>
      <p:cxnSp>
        <p:nvCxnSpPr>
          <p:cNvPr id="258" name="Google Shape;258;p15"/>
          <p:cNvCxnSpPr/>
          <p:nvPr/>
        </p:nvCxnSpPr>
        <p:spPr>
          <a:xfrm>
            <a:off x="14730633" y="-3349186"/>
            <a:ext cx="7776416" cy="0"/>
          </a:xfrm>
          <a:prstGeom prst="straightConnector1">
            <a:avLst/>
          </a:prstGeom>
          <a:noFill/>
          <a:ln cap="flat" cmpd="sng" w="38100">
            <a:solidFill>
              <a:srgbClr val="C2C2C2"/>
            </a:solidFill>
            <a:prstDash val="solid"/>
            <a:round/>
            <a:headEnd len="sm" w="sm" type="none"/>
            <a:tailEnd len="sm" w="sm" type="none"/>
          </a:ln>
        </p:spPr>
      </p:cxnSp>
      <p:cxnSp>
        <p:nvCxnSpPr>
          <p:cNvPr id="259" name="Google Shape;259;p15"/>
          <p:cNvCxnSpPr/>
          <p:nvPr/>
        </p:nvCxnSpPr>
        <p:spPr>
          <a:xfrm>
            <a:off x="22076672" y="-3968541"/>
            <a:ext cx="0" cy="7320410"/>
          </a:xfrm>
          <a:prstGeom prst="straightConnector1">
            <a:avLst/>
          </a:prstGeom>
          <a:noFill/>
          <a:ln cap="flat" cmpd="sng" w="38100">
            <a:solidFill>
              <a:srgbClr val="C2C2C2"/>
            </a:solidFill>
            <a:prstDash val="solid"/>
            <a:round/>
            <a:headEnd len="sm" w="sm" type="none"/>
            <a:tailEnd len="sm" w="sm" type="none"/>
          </a:ln>
        </p:spPr>
      </p:cxnSp>
      <p:cxnSp>
        <p:nvCxnSpPr>
          <p:cNvPr id="260" name="Google Shape;260;p15"/>
          <p:cNvCxnSpPr/>
          <p:nvPr/>
        </p:nvCxnSpPr>
        <p:spPr>
          <a:xfrm>
            <a:off x="14730633" y="-2091199"/>
            <a:ext cx="7776416" cy="0"/>
          </a:xfrm>
          <a:prstGeom prst="straightConnector1">
            <a:avLst/>
          </a:prstGeom>
          <a:noFill/>
          <a:ln cap="flat" cmpd="sng" w="38100">
            <a:solidFill>
              <a:srgbClr val="C2C2C2"/>
            </a:solidFill>
            <a:prstDash val="solid"/>
            <a:round/>
            <a:headEnd len="sm" w="sm" type="none"/>
            <a:tailEnd len="sm" w="sm" type="none"/>
          </a:ln>
        </p:spPr>
      </p:cxnSp>
      <p:grpSp>
        <p:nvGrpSpPr>
          <p:cNvPr id="261" name="Google Shape;261;p15"/>
          <p:cNvGrpSpPr/>
          <p:nvPr/>
        </p:nvGrpSpPr>
        <p:grpSpPr>
          <a:xfrm>
            <a:off x="708575" y="3067900"/>
            <a:ext cx="7263597" cy="6093993"/>
            <a:chOff x="0" y="-47625"/>
            <a:chExt cx="780822" cy="1081454"/>
          </a:xfrm>
        </p:grpSpPr>
        <p:sp>
          <p:nvSpPr>
            <p:cNvPr id="262" name="Google Shape;262;p15"/>
            <p:cNvSpPr/>
            <p:nvPr/>
          </p:nvSpPr>
          <p:spPr>
            <a:xfrm>
              <a:off x="0" y="0"/>
              <a:ext cx="780822" cy="1033829"/>
            </a:xfrm>
            <a:custGeom>
              <a:rect b="b" l="l" r="r" t="t"/>
              <a:pathLst>
                <a:path extrusionOk="0" h="1033829" w="780822">
                  <a:moveTo>
                    <a:pt x="0" y="0"/>
                  </a:moveTo>
                  <a:lnTo>
                    <a:pt x="780822" y="0"/>
                  </a:lnTo>
                  <a:lnTo>
                    <a:pt x="780822" y="1033829"/>
                  </a:lnTo>
                  <a:lnTo>
                    <a:pt x="0" y="1033829"/>
                  </a:lnTo>
                  <a:close/>
                </a:path>
              </a:pathLst>
            </a:custGeom>
            <a:solidFill>
              <a:srgbClr val="000000">
                <a:alpha val="0"/>
              </a:srgbClr>
            </a:solidFill>
            <a:ln cap="sq" cmpd="sng" w="47625">
              <a:solidFill>
                <a:srgbClr val="000000"/>
              </a:solidFill>
              <a:prstDash val="solid"/>
              <a:miter lim="8000"/>
              <a:headEnd len="sm" w="sm" type="none"/>
              <a:tailEnd len="sm" w="sm" type="none"/>
            </a:ln>
          </p:spPr>
        </p:sp>
        <p:sp>
          <p:nvSpPr>
            <p:cNvPr id="263" name="Google Shape;263;p15"/>
            <p:cNvSpPr txBox="1"/>
            <p:nvPr/>
          </p:nvSpPr>
          <p:spPr>
            <a:xfrm>
              <a:off x="0" y="-47625"/>
              <a:ext cx="780822" cy="1081454"/>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64" name="Google Shape;264;p15"/>
          <p:cNvSpPr txBox="1"/>
          <p:nvPr/>
        </p:nvSpPr>
        <p:spPr>
          <a:xfrm>
            <a:off x="855650" y="3427000"/>
            <a:ext cx="6680400" cy="4419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800">
                <a:solidFill>
                  <a:srgbClr val="FFFFFF"/>
                </a:solidFill>
                <a:latin typeface="Open Sans"/>
                <a:ea typeface="Open Sans"/>
                <a:cs typeface="Open Sans"/>
                <a:sym typeface="Open Sans"/>
              </a:rPr>
              <a:t>Creazione chat:</a:t>
            </a:r>
            <a:endParaRPr sz="1800">
              <a:solidFill>
                <a:srgbClr val="FFFFFF"/>
              </a:solidFill>
              <a:latin typeface="Open Sans"/>
              <a:ea typeface="Open Sans"/>
              <a:cs typeface="Open Sans"/>
              <a:sym typeface="Open Sans"/>
            </a:endParaRPr>
          </a:p>
          <a:p>
            <a:pPr indent="0" lvl="0" marL="457200" marR="0" rtl="0" algn="l">
              <a:lnSpc>
                <a:spcPct val="115000"/>
              </a:lnSpc>
              <a:spcBef>
                <a:spcPts val="0"/>
              </a:spcBef>
              <a:spcAft>
                <a:spcPts val="0"/>
              </a:spcAft>
              <a:buNone/>
            </a:pPr>
            <a:r>
              <a:t/>
            </a:r>
            <a:endParaRPr sz="1800">
              <a:solidFill>
                <a:srgbClr val="FFFFFF"/>
              </a:solidFill>
              <a:latin typeface="Open Sans"/>
              <a:ea typeface="Open Sans"/>
              <a:cs typeface="Open Sans"/>
              <a:sym typeface="Open Sans"/>
            </a:endParaRPr>
          </a:p>
          <a:p>
            <a:pPr indent="-342900" lvl="0" marL="457200" marR="0" rtl="0" algn="l">
              <a:lnSpc>
                <a:spcPct val="115000"/>
              </a:lnSpc>
              <a:spcBef>
                <a:spcPts val="0"/>
              </a:spcBef>
              <a:spcAft>
                <a:spcPts val="0"/>
              </a:spcAft>
              <a:buClr>
                <a:srgbClr val="FFFFFF"/>
              </a:buClr>
              <a:buSzPts val="1800"/>
              <a:buFont typeface="Open Sans"/>
              <a:buChar char="-"/>
            </a:pPr>
            <a:r>
              <a:rPr lang="en-US" sz="1800">
                <a:solidFill>
                  <a:srgbClr val="FFFFFF"/>
                </a:solidFill>
                <a:latin typeface="Open Sans"/>
                <a:ea typeface="Open Sans"/>
                <a:cs typeface="Open Sans"/>
                <a:sym typeface="Open Sans"/>
              </a:rPr>
              <a:t>Interazione con il modello (CLI).</a:t>
            </a:r>
            <a:endParaRPr sz="1800">
              <a:solidFill>
                <a:srgbClr val="FFFFFF"/>
              </a:solidFill>
              <a:latin typeface="Open Sans"/>
              <a:ea typeface="Open Sans"/>
              <a:cs typeface="Open Sans"/>
              <a:sym typeface="Open Sans"/>
            </a:endParaRPr>
          </a:p>
          <a:p>
            <a:pPr indent="0" lvl="0" marL="457200" marR="0" rtl="0" algn="l">
              <a:lnSpc>
                <a:spcPct val="115000"/>
              </a:lnSpc>
              <a:spcBef>
                <a:spcPts val="0"/>
              </a:spcBef>
              <a:spcAft>
                <a:spcPts val="0"/>
              </a:spcAft>
              <a:buNone/>
            </a:pPr>
            <a:r>
              <a:t/>
            </a:r>
            <a:endParaRPr sz="1800">
              <a:solidFill>
                <a:srgbClr val="FFFFFF"/>
              </a:solidFill>
              <a:latin typeface="Open Sans"/>
              <a:ea typeface="Open Sans"/>
              <a:cs typeface="Open Sans"/>
              <a:sym typeface="Open Sans"/>
            </a:endParaRPr>
          </a:p>
          <a:p>
            <a:pPr indent="-342900" lvl="0" marL="457200" rtl="0" algn="l">
              <a:lnSpc>
                <a:spcPct val="115000"/>
              </a:lnSpc>
              <a:spcBef>
                <a:spcPts val="0"/>
              </a:spcBef>
              <a:spcAft>
                <a:spcPts val="0"/>
              </a:spcAft>
              <a:buClr>
                <a:srgbClr val="FFFFFF"/>
              </a:buClr>
              <a:buSzPts val="1800"/>
              <a:buFont typeface="Open Sans"/>
              <a:buChar char="-"/>
            </a:pPr>
            <a:r>
              <a:rPr lang="en-US" sz="1800">
                <a:solidFill>
                  <a:schemeClr val="lt1"/>
                </a:solidFill>
                <a:latin typeface="Open Sans"/>
                <a:ea typeface="Open Sans"/>
                <a:cs typeface="Open Sans"/>
                <a:sym typeface="Open Sans"/>
              </a:rPr>
              <a:t>I</a:t>
            </a:r>
            <a:r>
              <a:rPr lang="en-US" sz="1800">
                <a:solidFill>
                  <a:schemeClr val="lt1"/>
                </a:solidFill>
                <a:latin typeface="Open Sans"/>
                <a:ea typeface="Open Sans"/>
                <a:cs typeface="Open Sans"/>
                <a:sym typeface="Open Sans"/>
              </a:rPr>
              <a:t>ntegrazione per l’utilizzo di moduli (tools).</a:t>
            </a:r>
            <a:endParaRPr sz="1800">
              <a:solidFill>
                <a:srgbClr val="FFFFFF"/>
              </a:solidFill>
              <a:latin typeface="Open Sans"/>
              <a:ea typeface="Open Sans"/>
              <a:cs typeface="Open Sans"/>
              <a:sym typeface="Open Sans"/>
            </a:endParaRPr>
          </a:p>
          <a:p>
            <a:pPr indent="0" lvl="0" marL="0" marR="0" rtl="0" algn="l">
              <a:lnSpc>
                <a:spcPct val="115000"/>
              </a:lnSpc>
              <a:spcBef>
                <a:spcPts val="0"/>
              </a:spcBef>
              <a:spcAft>
                <a:spcPts val="0"/>
              </a:spcAft>
              <a:buNone/>
            </a:pPr>
            <a:r>
              <a:t/>
            </a:r>
            <a:endParaRPr b="1" sz="1800">
              <a:solidFill>
                <a:srgbClr val="FFFFFF"/>
              </a:solidFill>
              <a:latin typeface="Open Sans"/>
              <a:ea typeface="Open Sans"/>
              <a:cs typeface="Open Sans"/>
              <a:sym typeface="Open Sans"/>
            </a:endParaRPr>
          </a:p>
          <a:p>
            <a:pPr indent="0" lvl="0" marL="0" marR="0" rtl="0" algn="l">
              <a:lnSpc>
                <a:spcPct val="115000"/>
              </a:lnSpc>
              <a:spcBef>
                <a:spcPts val="0"/>
              </a:spcBef>
              <a:spcAft>
                <a:spcPts val="0"/>
              </a:spcAft>
              <a:buNone/>
            </a:pPr>
            <a:r>
              <a:rPr b="1" lang="en-US" sz="1800">
                <a:solidFill>
                  <a:srgbClr val="FFFFFF"/>
                </a:solidFill>
                <a:latin typeface="Open Sans"/>
                <a:ea typeface="Open Sans"/>
                <a:cs typeface="Open Sans"/>
                <a:sym typeface="Open Sans"/>
              </a:rPr>
              <a:t>Creazione del Modulo di </a:t>
            </a:r>
            <a:r>
              <a:rPr b="1" lang="en-US" sz="1800">
                <a:solidFill>
                  <a:srgbClr val="FFFFFF"/>
                </a:solidFill>
                <a:latin typeface="Open Sans"/>
                <a:ea typeface="Open Sans"/>
                <a:cs typeface="Open Sans"/>
                <a:sym typeface="Open Sans"/>
              </a:rPr>
              <a:t>Rilevazione</a:t>
            </a:r>
            <a:r>
              <a:rPr b="1" lang="en-US" sz="1800">
                <a:solidFill>
                  <a:srgbClr val="FFFFFF"/>
                </a:solidFill>
                <a:latin typeface="Open Sans"/>
                <a:ea typeface="Open Sans"/>
                <a:cs typeface="Open Sans"/>
                <a:sym typeface="Open Sans"/>
              </a:rPr>
              <a:t> delle Vulnerabilità:</a:t>
            </a:r>
            <a:endParaRPr b="1" sz="1800">
              <a:solidFill>
                <a:srgbClr val="FFFFFF"/>
              </a:solidFill>
              <a:latin typeface="Open Sans"/>
              <a:ea typeface="Open Sans"/>
              <a:cs typeface="Open Sans"/>
              <a:sym typeface="Open Sans"/>
            </a:endParaRPr>
          </a:p>
          <a:p>
            <a:pPr indent="0" lvl="0" marL="0" marR="0" rtl="0" algn="l">
              <a:lnSpc>
                <a:spcPct val="115000"/>
              </a:lnSpc>
              <a:spcBef>
                <a:spcPts val="0"/>
              </a:spcBef>
              <a:spcAft>
                <a:spcPts val="0"/>
              </a:spcAft>
              <a:buNone/>
            </a:pPr>
            <a:r>
              <a:t/>
            </a:r>
            <a:endParaRPr sz="1800">
              <a:solidFill>
                <a:srgbClr val="FFFFFF"/>
              </a:solidFill>
              <a:latin typeface="Open Sans"/>
              <a:ea typeface="Open Sans"/>
              <a:cs typeface="Open Sans"/>
              <a:sym typeface="Open Sans"/>
            </a:endParaRPr>
          </a:p>
          <a:p>
            <a:pPr indent="-342900" lvl="0" marL="457200" marR="0" rtl="0" algn="l">
              <a:lnSpc>
                <a:spcPct val="115000"/>
              </a:lnSpc>
              <a:spcBef>
                <a:spcPts val="0"/>
              </a:spcBef>
              <a:spcAft>
                <a:spcPts val="0"/>
              </a:spcAft>
              <a:buClr>
                <a:srgbClr val="FFFFFF"/>
              </a:buClr>
              <a:buSzPts val="1800"/>
              <a:buFont typeface="Open Sans"/>
              <a:buChar char="-"/>
            </a:pPr>
            <a:r>
              <a:rPr lang="en-US" sz="1800">
                <a:solidFill>
                  <a:srgbClr val="FFFFFF"/>
                </a:solidFill>
                <a:latin typeface="Open Sans"/>
                <a:ea typeface="Open Sans"/>
                <a:cs typeface="Open Sans"/>
                <a:sym typeface="Open Sans"/>
              </a:rPr>
              <a:t>Integrazione con strumenti di scansione esistenti.</a:t>
            </a:r>
            <a:endParaRPr sz="1800">
              <a:solidFill>
                <a:srgbClr val="FFFFFF"/>
              </a:solidFill>
              <a:latin typeface="Open Sans"/>
              <a:ea typeface="Open Sans"/>
              <a:cs typeface="Open Sans"/>
              <a:sym typeface="Open Sans"/>
            </a:endParaRPr>
          </a:p>
          <a:p>
            <a:pPr indent="0" lvl="0" marL="0" marR="0" rtl="0" algn="l">
              <a:lnSpc>
                <a:spcPct val="115000"/>
              </a:lnSpc>
              <a:spcBef>
                <a:spcPts val="0"/>
              </a:spcBef>
              <a:spcAft>
                <a:spcPts val="0"/>
              </a:spcAft>
              <a:buNone/>
            </a:pPr>
            <a:r>
              <a:t/>
            </a:r>
            <a:endParaRPr sz="1800">
              <a:solidFill>
                <a:srgbClr val="FFFFFF"/>
              </a:solidFill>
              <a:latin typeface="Open Sans"/>
              <a:ea typeface="Open Sans"/>
              <a:cs typeface="Open Sans"/>
              <a:sym typeface="Open Sans"/>
            </a:endParaRPr>
          </a:p>
          <a:p>
            <a:pPr indent="-342900" lvl="0" marL="457200" rtl="0" algn="l">
              <a:lnSpc>
                <a:spcPct val="115000"/>
              </a:lnSpc>
              <a:spcBef>
                <a:spcPts val="0"/>
              </a:spcBef>
              <a:spcAft>
                <a:spcPts val="0"/>
              </a:spcAft>
              <a:buClr>
                <a:schemeClr val="lt1"/>
              </a:buClr>
              <a:buSzPts val="1800"/>
              <a:buFont typeface="Open Sans"/>
              <a:buChar char="-"/>
            </a:pPr>
            <a:r>
              <a:rPr lang="en-US" sz="1800">
                <a:solidFill>
                  <a:schemeClr val="lt1"/>
                </a:solidFill>
                <a:latin typeface="Open Sans"/>
                <a:ea typeface="Open Sans"/>
                <a:cs typeface="Open Sans"/>
                <a:sym typeface="Open Sans"/>
              </a:rPr>
              <a:t>Information Gathering.</a:t>
            </a:r>
            <a:endParaRPr sz="1800">
              <a:solidFill>
                <a:schemeClr val="lt1"/>
              </a:solidFill>
              <a:latin typeface="Open Sans"/>
              <a:ea typeface="Open Sans"/>
              <a:cs typeface="Open Sans"/>
              <a:sym typeface="Open Sans"/>
            </a:endParaRPr>
          </a:p>
          <a:p>
            <a:pPr indent="0" lvl="0" marL="457200" rtl="0" algn="l">
              <a:lnSpc>
                <a:spcPct val="115000"/>
              </a:lnSpc>
              <a:spcBef>
                <a:spcPts val="0"/>
              </a:spcBef>
              <a:spcAft>
                <a:spcPts val="0"/>
              </a:spcAft>
              <a:buNone/>
            </a:pPr>
            <a:r>
              <a:t/>
            </a:r>
            <a:endParaRPr sz="1800">
              <a:solidFill>
                <a:schemeClr val="lt1"/>
              </a:solidFill>
              <a:latin typeface="Open Sans"/>
              <a:ea typeface="Open Sans"/>
              <a:cs typeface="Open Sans"/>
              <a:sym typeface="Open Sans"/>
            </a:endParaRPr>
          </a:p>
          <a:p>
            <a:pPr indent="-342900" lvl="0" marL="457200" rtl="0" algn="l">
              <a:lnSpc>
                <a:spcPct val="115000"/>
              </a:lnSpc>
              <a:spcBef>
                <a:spcPts val="0"/>
              </a:spcBef>
              <a:spcAft>
                <a:spcPts val="0"/>
              </a:spcAft>
              <a:buClr>
                <a:schemeClr val="lt1"/>
              </a:buClr>
              <a:buSzPts val="1800"/>
              <a:buFont typeface="Open Sans"/>
              <a:buChar char="-"/>
            </a:pPr>
            <a:r>
              <a:rPr lang="en-US" sz="1800">
                <a:solidFill>
                  <a:schemeClr val="lt1"/>
                </a:solidFill>
                <a:latin typeface="Open Sans"/>
                <a:ea typeface="Open Sans"/>
                <a:cs typeface="Open Sans"/>
                <a:sym typeface="Open Sans"/>
              </a:rPr>
              <a:t>CVE check.</a:t>
            </a:r>
            <a:endParaRPr b="1" sz="1800">
              <a:solidFill>
                <a:srgbClr val="FFFFFF"/>
              </a:solidFill>
              <a:latin typeface="Open Sans"/>
              <a:ea typeface="Open Sans"/>
              <a:cs typeface="Open Sans"/>
              <a:sym typeface="Open Sans"/>
            </a:endParaRPr>
          </a:p>
          <a:p>
            <a:pPr indent="0" lvl="0" marL="0" marR="0" rtl="0" algn="l">
              <a:lnSpc>
                <a:spcPct val="115000"/>
              </a:lnSpc>
              <a:spcBef>
                <a:spcPts val="0"/>
              </a:spcBef>
              <a:spcAft>
                <a:spcPts val="0"/>
              </a:spcAft>
              <a:buNone/>
            </a:pPr>
            <a:r>
              <a:t/>
            </a:r>
            <a:endParaRPr sz="1800">
              <a:solidFill>
                <a:srgbClr val="FFFFFF"/>
              </a:solidFill>
              <a:latin typeface="Open Sans"/>
              <a:ea typeface="Open Sans"/>
              <a:cs typeface="Open Sans"/>
              <a:sym typeface="Open Sans"/>
            </a:endParaRPr>
          </a:p>
        </p:txBody>
      </p:sp>
      <p:pic>
        <p:nvPicPr>
          <p:cNvPr id="265" name="Google Shape;265;p15"/>
          <p:cNvPicPr preferRelativeResize="0"/>
          <p:nvPr/>
        </p:nvPicPr>
        <p:blipFill>
          <a:blip r:embed="rId4">
            <a:alphaModFix/>
          </a:blip>
          <a:stretch>
            <a:fillRect/>
          </a:stretch>
        </p:blipFill>
        <p:spPr>
          <a:xfrm>
            <a:off x="15901413" y="565130"/>
            <a:ext cx="1687100" cy="531803"/>
          </a:xfrm>
          <a:prstGeom prst="rect">
            <a:avLst/>
          </a:prstGeom>
          <a:noFill/>
          <a:ln>
            <a:noFill/>
          </a:ln>
        </p:spPr>
      </p:pic>
      <p:pic>
        <p:nvPicPr>
          <p:cNvPr id="266" name="Google Shape;266;p15"/>
          <p:cNvPicPr preferRelativeResize="0"/>
          <p:nvPr/>
        </p:nvPicPr>
        <p:blipFill>
          <a:blip r:embed="rId5">
            <a:alphaModFix/>
          </a:blip>
          <a:stretch>
            <a:fillRect/>
          </a:stretch>
        </p:blipFill>
        <p:spPr>
          <a:xfrm>
            <a:off x="1426025" y="-883374"/>
            <a:ext cx="1948877" cy="1792725"/>
          </a:xfrm>
          <a:prstGeom prst="rect">
            <a:avLst/>
          </a:prstGeom>
          <a:noFill/>
          <a:ln>
            <a:noFill/>
          </a:ln>
        </p:spPr>
      </p:pic>
      <p:pic>
        <p:nvPicPr>
          <p:cNvPr id="267" name="Google Shape;267;p15"/>
          <p:cNvPicPr preferRelativeResize="0"/>
          <p:nvPr/>
        </p:nvPicPr>
        <p:blipFill>
          <a:blip r:embed="rId6">
            <a:alphaModFix/>
          </a:blip>
          <a:stretch>
            <a:fillRect/>
          </a:stretch>
        </p:blipFill>
        <p:spPr>
          <a:xfrm>
            <a:off x="6754671" y="8072953"/>
            <a:ext cx="753600" cy="772284"/>
          </a:xfrm>
          <a:prstGeom prst="rect">
            <a:avLst/>
          </a:prstGeom>
          <a:noFill/>
          <a:ln>
            <a:noFill/>
          </a:ln>
        </p:spPr>
      </p:pic>
      <p:pic>
        <p:nvPicPr>
          <p:cNvPr id="268" name="Google Shape;268;p15"/>
          <p:cNvPicPr preferRelativeResize="0"/>
          <p:nvPr/>
        </p:nvPicPr>
        <p:blipFill>
          <a:blip r:embed="rId7">
            <a:alphaModFix/>
          </a:blip>
          <a:stretch>
            <a:fillRect/>
          </a:stretch>
        </p:blipFill>
        <p:spPr>
          <a:xfrm>
            <a:off x="10888050" y="8051756"/>
            <a:ext cx="787100" cy="793494"/>
          </a:xfrm>
          <a:prstGeom prst="rect">
            <a:avLst/>
          </a:prstGeom>
          <a:noFill/>
          <a:ln>
            <a:noFill/>
          </a:ln>
        </p:spPr>
      </p:pic>
      <p:pic>
        <p:nvPicPr>
          <p:cNvPr id="269" name="Google Shape;269;p15"/>
          <p:cNvPicPr preferRelativeResize="0"/>
          <p:nvPr/>
        </p:nvPicPr>
        <p:blipFill>
          <a:blip r:embed="rId8">
            <a:alphaModFix/>
          </a:blip>
          <a:stretch>
            <a:fillRect/>
          </a:stretch>
        </p:blipFill>
        <p:spPr>
          <a:xfrm>
            <a:off x="8821808" y="5733309"/>
            <a:ext cx="787100" cy="1488778"/>
          </a:xfrm>
          <a:prstGeom prst="rect">
            <a:avLst/>
          </a:prstGeom>
          <a:noFill/>
          <a:ln>
            <a:noFill/>
          </a:ln>
        </p:spPr>
      </p:pic>
      <p:sp>
        <p:nvSpPr>
          <p:cNvPr id="270" name="Google Shape;270;p15"/>
          <p:cNvSpPr txBox="1"/>
          <p:nvPr/>
        </p:nvSpPr>
        <p:spPr>
          <a:xfrm>
            <a:off x="6187000" y="555625"/>
            <a:ext cx="6202800" cy="1262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7000">
                <a:solidFill>
                  <a:schemeClr val="dk1"/>
                </a:solidFill>
                <a:latin typeface="Archivo Black"/>
                <a:ea typeface="Archivo Black"/>
                <a:cs typeface="Archivo Black"/>
                <a:sym typeface="Archivo Black"/>
              </a:rPr>
              <a:t>OBIETTIVI</a:t>
            </a:r>
            <a:endParaRPr/>
          </a:p>
        </p:txBody>
      </p:sp>
      <p:sp>
        <p:nvSpPr>
          <p:cNvPr id="271" name="Google Shape;271;p15"/>
          <p:cNvSpPr txBox="1"/>
          <p:nvPr/>
        </p:nvSpPr>
        <p:spPr>
          <a:xfrm>
            <a:off x="10850325" y="3351875"/>
            <a:ext cx="6680400" cy="492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lang="en-US" sz="1800">
                <a:solidFill>
                  <a:schemeClr val="lt1"/>
                </a:solidFill>
                <a:latin typeface="Open Sans"/>
                <a:ea typeface="Open Sans"/>
                <a:cs typeface="Open Sans"/>
                <a:sym typeface="Open Sans"/>
              </a:rPr>
              <a:t>Aumento prestazioni ed esperienza utente</a:t>
            </a:r>
            <a:r>
              <a:rPr b="1" lang="en-US" sz="1800">
                <a:solidFill>
                  <a:schemeClr val="lt1"/>
                </a:solidFill>
                <a:latin typeface="Open Sans"/>
                <a:ea typeface="Open Sans"/>
                <a:cs typeface="Open Sans"/>
                <a:sym typeface="Open Sans"/>
              </a:rPr>
              <a:t>:</a:t>
            </a:r>
            <a:endParaRPr b="1" sz="1800">
              <a:solidFill>
                <a:schemeClr val="lt1"/>
              </a:solidFill>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b="1" sz="1800">
              <a:solidFill>
                <a:schemeClr val="lt1"/>
              </a:solidFill>
              <a:latin typeface="Open Sans"/>
              <a:ea typeface="Open Sans"/>
              <a:cs typeface="Open Sans"/>
              <a:sym typeface="Open Sans"/>
            </a:endParaRPr>
          </a:p>
          <a:p>
            <a:pPr indent="-342900" lvl="0" marL="457200" rtl="0" algn="l">
              <a:lnSpc>
                <a:spcPct val="115000"/>
              </a:lnSpc>
              <a:spcBef>
                <a:spcPts val="0"/>
              </a:spcBef>
              <a:spcAft>
                <a:spcPts val="0"/>
              </a:spcAft>
              <a:buClr>
                <a:schemeClr val="lt1"/>
              </a:buClr>
              <a:buSzPts val="1800"/>
              <a:buFont typeface="Open Sans"/>
              <a:buChar char="-"/>
            </a:pPr>
            <a:r>
              <a:rPr lang="en-US" sz="1800">
                <a:solidFill>
                  <a:schemeClr val="lt1"/>
                </a:solidFill>
                <a:latin typeface="Open Sans"/>
                <a:ea typeface="Open Sans"/>
                <a:cs typeface="Open Sans"/>
                <a:sym typeface="Open Sans"/>
              </a:rPr>
              <a:t>Interfaccia grafica più intuitiva e migliore interazione.</a:t>
            </a:r>
            <a:endParaRPr sz="1800">
              <a:solidFill>
                <a:schemeClr val="lt1"/>
              </a:solidFill>
              <a:latin typeface="Open Sans"/>
              <a:ea typeface="Open Sans"/>
              <a:cs typeface="Open Sans"/>
              <a:sym typeface="Open Sans"/>
            </a:endParaRPr>
          </a:p>
          <a:p>
            <a:pPr indent="0" lvl="0" marL="457200" rtl="0" algn="l">
              <a:lnSpc>
                <a:spcPct val="115000"/>
              </a:lnSpc>
              <a:spcBef>
                <a:spcPts val="0"/>
              </a:spcBef>
              <a:spcAft>
                <a:spcPts val="0"/>
              </a:spcAft>
              <a:buNone/>
            </a:pPr>
            <a:r>
              <a:t/>
            </a:r>
            <a:endParaRPr sz="1800">
              <a:latin typeface="Open Sans"/>
              <a:ea typeface="Open Sans"/>
              <a:cs typeface="Open Sans"/>
              <a:sym typeface="Open Sans"/>
            </a:endParaRPr>
          </a:p>
          <a:p>
            <a:pPr indent="-342900" lvl="0" marL="457200" rtl="0" algn="l">
              <a:lnSpc>
                <a:spcPct val="115000"/>
              </a:lnSpc>
              <a:spcBef>
                <a:spcPts val="0"/>
              </a:spcBef>
              <a:spcAft>
                <a:spcPts val="0"/>
              </a:spcAft>
              <a:buClr>
                <a:schemeClr val="lt1"/>
              </a:buClr>
              <a:buSzPts val="1800"/>
              <a:buFont typeface="Open Sans"/>
              <a:buChar char="-"/>
            </a:pPr>
            <a:r>
              <a:rPr lang="en-US" sz="1800">
                <a:solidFill>
                  <a:schemeClr val="lt1"/>
                </a:solidFill>
                <a:latin typeface="Open Sans"/>
                <a:ea typeface="Open Sans"/>
                <a:cs typeface="Open Sans"/>
                <a:sym typeface="Open Sans"/>
              </a:rPr>
              <a:t>Sistema per salvare le conversazioni e consentire agli utenti di riprenderle in futuro.</a:t>
            </a:r>
            <a:endParaRPr sz="1800">
              <a:solidFill>
                <a:schemeClr val="lt1"/>
              </a:solidFill>
              <a:latin typeface="Open Sans"/>
              <a:ea typeface="Open Sans"/>
              <a:cs typeface="Open Sans"/>
              <a:sym typeface="Open Sans"/>
            </a:endParaRPr>
          </a:p>
          <a:p>
            <a:pPr indent="0" lvl="0" marL="457200" rtl="0" algn="l">
              <a:lnSpc>
                <a:spcPct val="115000"/>
              </a:lnSpc>
              <a:spcBef>
                <a:spcPts val="0"/>
              </a:spcBef>
              <a:spcAft>
                <a:spcPts val="0"/>
              </a:spcAft>
              <a:buNone/>
            </a:pPr>
            <a:r>
              <a:t/>
            </a:r>
            <a:endParaRPr sz="1800">
              <a:solidFill>
                <a:schemeClr val="lt1"/>
              </a:solidFill>
              <a:latin typeface="Open Sans"/>
              <a:ea typeface="Open Sans"/>
              <a:cs typeface="Open Sans"/>
              <a:sym typeface="Open Sans"/>
            </a:endParaRPr>
          </a:p>
          <a:p>
            <a:pPr indent="-342900" lvl="0" marL="457200" rtl="0" algn="l">
              <a:lnSpc>
                <a:spcPct val="115000"/>
              </a:lnSpc>
              <a:spcBef>
                <a:spcPts val="0"/>
              </a:spcBef>
              <a:spcAft>
                <a:spcPts val="0"/>
              </a:spcAft>
              <a:buClr>
                <a:schemeClr val="lt1"/>
              </a:buClr>
              <a:buSzPts val="1800"/>
              <a:buFont typeface="Open Sans"/>
              <a:buChar char="-"/>
            </a:pPr>
            <a:r>
              <a:rPr lang="en-US" sz="1800">
                <a:solidFill>
                  <a:schemeClr val="lt1"/>
                </a:solidFill>
                <a:latin typeface="Open Sans"/>
                <a:ea typeface="Open Sans"/>
                <a:cs typeface="Open Sans"/>
                <a:sym typeface="Open Sans"/>
              </a:rPr>
              <a:t>FIne-tuning del modello.</a:t>
            </a:r>
            <a:endParaRPr sz="1800">
              <a:solidFill>
                <a:schemeClr val="lt1"/>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1800">
              <a:solidFill>
                <a:schemeClr val="lt1"/>
              </a:solidFill>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b="1" lang="en-US" sz="1800">
                <a:solidFill>
                  <a:schemeClr val="lt1"/>
                </a:solidFill>
                <a:latin typeface="Open Sans"/>
                <a:ea typeface="Open Sans"/>
                <a:cs typeface="Open Sans"/>
                <a:sym typeface="Open Sans"/>
              </a:rPr>
              <a:t>Nuovi Moduli:</a:t>
            </a:r>
            <a:endParaRPr b="1" sz="1800">
              <a:solidFill>
                <a:schemeClr val="lt1"/>
              </a:solidFill>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b="1" sz="1800">
              <a:solidFill>
                <a:schemeClr val="lt1"/>
              </a:solidFill>
              <a:latin typeface="Open Sans"/>
              <a:ea typeface="Open Sans"/>
              <a:cs typeface="Open Sans"/>
              <a:sym typeface="Open Sans"/>
            </a:endParaRPr>
          </a:p>
          <a:p>
            <a:pPr indent="-342900" lvl="0" marL="457200" rtl="0" algn="l">
              <a:lnSpc>
                <a:spcPct val="115000"/>
              </a:lnSpc>
              <a:spcBef>
                <a:spcPts val="0"/>
              </a:spcBef>
              <a:spcAft>
                <a:spcPts val="0"/>
              </a:spcAft>
              <a:buClr>
                <a:schemeClr val="lt1"/>
              </a:buClr>
              <a:buSzPts val="1800"/>
              <a:buFont typeface="Open Sans"/>
              <a:buChar char="-"/>
            </a:pPr>
            <a:r>
              <a:rPr lang="en-US" sz="1800">
                <a:solidFill>
                  <a:schemeClr val="lt1"/>
                </a:solidFill>
                <a:latin typeface="Open Sans"/>
                <a:ea typeface="Open Sans"/>
                <a:cs typeface="Open Sans"/>
                <a:sym typeface="Open Sans"/>
              </a:rPr>
              <a:t>Modulo di Attacco: Suggerire exploit e tecniche di attacco specifiche per le vulnerabilità rilevate.</a:t>
            </a:r>
            <a:endParaRPr sz="1800">
              <a:solidFill>
                <a:schemeClr val="lt1"/>
              </a:solidFill>
              <a:latin typeface="Open Sans"/>
              <a:ea typeface="Open Sans"/>
              <a:cs typeface="Open Sans"/>
              <a:sym typeface="Open Sans"/>
            </a:endParaRPr>
          </a:p>
          <a:p>
            <a:pPr indent="-342900" lvl="0" marL="457200" rtl="0" algn="l">
              <a:lnSpc>
                <a:spcPct val="115000"/>
              </a:lnSpc>
              <a:spcBef>
                <a:spcPts val="0"/>
              </a:spcBef>
              <a:spcAft>
                <a:spcPts val="0"/>
              </a:spcAft>
              <a:buClr>
                <a:schemeClr val="lt1"/>
              </a:buClr>
              <a:buSzPts val="1800"/>
              <a:buFont typeface="Open Sans"/>
              <a:buChar char="-"/>
            </a:pPr>
            <a:r>
              <a:rPr lang="en-US" sz="1800">
                <a:solidFill>
                  <a:schemeClr val="lt1"/>
                </a:solidFill>
                <a:latin typeface="Open Sans"/>
                <a:ea typeface="Open Sans"/>
                <a:cs typeface="Open Sans"/>
                <a:sym typeface="Open Sans"/>
              </a:rPr>
              <a:t>Modulo di Report: Genera report dettagliati.</a:t>
            </a:r>
            <a:endParaRPr sz="1800">
              <a:solidFill>
                <a:schemeClr val="lt1"/>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1800">
              <a:solidFill>
                <a:schemeClr val="lt1"/>
              </a:solidFill>
              <a:latin typeface="Open Sans"/>
              <a:ea typeface="Open Sans"/>
              <a:cs typeface="Open Sans"/>
              <a:sym typeface="Open Sans"/>
            </a:endParaRPr>
          </a:p>
        </p:txBody>
      </p:sp>
      <p:cxnSp>
        <p:nvCxnSpPr>
          <p:cNvPr id="272" name="Google Shape;272;p15"/>
          <p:cNvCxnSpPr>
            <a:stCxn id="246" idx="0"/>
            <a:endCxn id="270" idx="2"/>
          </p:cNvCxnSpPr>
          <p:nvPr/>
        </p:nvCxnSpPr>
        <p:spPr>
          <a:xfrm rot="-5400000">
            <a:off x="6693953" y="-703775"/>
            <a:ext cx="72900" cy="5115900"/>
          </a:xfrm>
          <a:prstGeom prst="bentConnector3">
            <a:avLst>
              <a:gd fmla="val 50000" name="adj1"/>
            </a:avLst>
          </a:prstGeom>
          <a:noFill/>
          <a:ln cap="flat" cmpd="sng" w="9525">
            <a:solidFill>
              <a:schemeClr val="dk2"/>
            </a:solidFill>
            <a:prstDash val="solid"/>
            <a:round/>
            <a:headEnd len="med" w="med" type="none"/>
            <a:tailEnd len="med" w="med" type="none"/>
          </a:ln>
        </p:spPr>
      </p:cxnSp>
      <p:cxnSp>
        <p:nvCxnSpPr>
          <p:cNvPr id="273" name="Google Shape;273;p15"/>
          <p:cNvCxnSpPr>
            <a:stCxn id="270" idx="2"/>
            <a:endCxn id="247" idx="0"/>
          </p:cNvCxnSpPr>
          <p:nvPr/>
        </p:nvCxnSpPr>
        <p:spPr>
          <a:xfrm flipH="1" rot="-5400000">
            <a:off x="11652400" y="-546275"/>
            <a:ext cx="72900" cy="4800900"/>
          </a:xfrm>
          <a:prstGeom prst="bentConnector3">
            <a:avLst>
              <a:gd fmla="val 50000" name="adj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cxnSp>
        <p:nvCxnSpPr>
          <p:cNvPr id="278" name="Google Shape;278;p16"/>
          <p:cNvCxnSpPr/>
          <p:nvPr/>
        </p:nvCxnSpPr>
        <p:spPr>
          <a:xfrm>
            <a:off x="-2030825" y="-332009"/>
            <a:ext cx="7594200" cy="0"/>
          </a:xfrm>
          <a:prstGeom prst="straightConnector1">
            <a:avLst/>
          </a:prstGeom>
          <a:noFill/>
          <a:ln cap="flat" cmpd="sng" w="38100">
            <a:solidFill>
              <a:srgbClr val="C2C2C2"/>
            </a:solidFill>
            <a:prstDash val="solid"/>
            <a:round/>
            <a:headEnd len="sm" w="sm" type="none"/>
            <a:tailEnd len="sm" w="sm" type="none"/>
          </a:ln>
        </p:spPr>
      </p:cxnSp>
      <p:cxnSp>
        <p:nvCxnSpPr>
          <p:cNvPr id="279" name="Google Shape;279;p16"/>
          <p:cNvCxnSpPr/>
          <p:nvPr/>
        </p:nvCxnSpPr>
        <p:spPr>
          <a:xfrm>
            <a:off x="-2030825" y="852467"/>
            <a:ext cx="7594200" cy="0"/>
          </a:xfrm>
          <a:prstGeom prst="straightConnector1">
            <a:avLst/>
          </a:prstGeom>
          <a:noFill/>
          <a:ln cap="flat" cmpd="sng" w="38100">
            <a:solidFill>
              <a:srgbClr val="C2C2C2"/>
            </a:solidFill>
            <a:prstDash val="solid"/>
            <a:round/>
            <a:headEnd len="sm" w="sm" type="none"/>
            <a:tailEnd len="sm" w="sm" type="none"/>
          </a:ln>
        </p:spPr>
      </p:cxnSp>
      <p:cxnSp>
        <p:nvCxnSpPr>
          <p:cNvPr id="280" name="Google Shape;280;p16"/>
          <p:cNvCxnSpPr/>
          <p:nvPr/>
        </p:nvCxnSpPr>
        <p:spPr>
          <a:xfrm>
            <a:off x="-2030825" y="2036942"/>
            <a:ext cx="7594200" cy="0"/>
          </a:xfrm>
          <a:prstGeom prst="straightConnector1">
            <a:avLst/>
          </a:prstGeom>
          <a:noFill/>
          <a:ln cap="flat" cmpd="sng" w="38100">
            <a:solidFill>
              <a:srgbClr val="C2C2C2"/>
            </a:solidFill>
            <a:prstDash val="solid"/>
            <a:round/>
            <a:headEnd len="sm" w="sm" type="none"/>
            <a:tailEnd len="sm" w="sm" type="none"/>
          </a:ln>
        </p:spPr>
      </p:cxnSp>
      <p:cxnSp>
        <p:nvCxnSpPr>
          <p:cNvPr id="281" name="Google Shape;281;p16"/>
          <p:cNvCxnSpPr/>
          <p:nvPr/>
        </p:nvCxnSpPr>
        <p:spPr>
          <a:xfrm>
            <a:off x="-2030825" y="-1469255"/>
            <a:ext cx="7594200" cy="0"/>
          </a:xfrm>
          <a:prstGeom prst="straightConnector1">
            <a:avLst/>
          </a:prstGeom>
          <a:noFill/>
          <a:ln cap="flat" cmpd="sng" w="38100">
            <a:solidFill>
              <a:srgbClr val="C2C2C2"/>
            </a:solidFill>
            <a:prstDash val="solid"/>
            <a:round/>
            <a:headEnd len="sm" w="sm" type="none"/>
            <a:tailEnd len="sm" w="sm" type="none"/>
          </a:ln>
        </p:spPr>
      </p:cxnSp>
      <p:cxnSp>
        <p:nvCxnSpPr>
          <p:cNvPr id="282" name="Google Shape;282;p16"/>
          <p:cNvCxnSpPr/>
          <p:nvPr/>
        </p:nvCxnSpPr>
        <p:spPr>
          <a:xfrm>
            <a:off x="2387338" y="-3994331"/>
            <a:ext cx="0" cy="6456900"/>
          </a:xfrm>
          <a:prstGeom prst="straightConnector1">
            <a:avLst/>
          </a:prstGeom>
          <a:noFill/>
          <a:ln cap="flat" cmpd="sng" w="38100">
            <a:solidFill>
              <a:srgbClr val="C2C2C2"/>
            </a:solidFill>
            <a:prstDash val="solid"/>
            <a:round/>
            <a:headEnd len="sm" w="sm" type="none"/>
            <a:tailEnd len="sm" w="sm" type="none"/>
          </a:ln>
        </p:spPr>
      </p:cxnSp>
      <p:cxnSp>
        <p:nvCxnSpPr>
          <p:cNvPr id="283" name="Google Shape;283;p16"/>
          <p:cNvCxnSpPr/>
          <p:nvPr/>
        </p:nvCxnSpPr>
        <p:spPr>
          <a:xfrm>
            <a:off x="1111541" y="-4068556"/>
            <a:ext cx="0" cy="6456900"/>
          </a:xfrm>
          <a:prstGeom prst="straightConnector1">
            <a:avLst/>
          </a:prstGeom>
          <a:noFill/>
          <a:ln cap="flat" cmpd="sng" w="38100">
            <a:solidFill>
              <a:srgbClr val="C2C2C2"/>
            </a:solidFill>
            <a:prstDash val="solid"/>
            <a:round/>
            <a:headEnd len="sm" w="sm" type="none"/>
            <a:tailEnd len="sm" w="sm" type="none"/>
          </a:ln>
        </p:spPr>
      </p:cxnSp>
      <p:cxnSp>
        <p:nvCxnSpPr>
          <p:cNvPr id="284" name="Google Shape;284;p16"/>
          <p:cNvCxnSpPr/>
          <p:nvPr/>
        </p:nvCxnSpPr>
        <p:spPr>
          <a:xfrm>
            <a:off x="-140985" y="-4068556"/>
            <a:ext cx="0" cy="6456900"/>
          </a:xfrm>
          <a:prstGeom prst="straightConnector1">
            <a:avLst/>
          </a:prstGeom>
          <a:noFill/>
          <a:ln cap="flat" cmpd="sng" w="38100">
            <a:solidFill>
              <a:srgbClr val="C2C2C2"/>
            </a:solidFill>
            <a:prstDash val="solid"/>
            <a:round/>
            <a:headEnd len="sm" w="sm" type="none"/>
            <a:tailEnd len="sm" w="sm" type="none"/>
          </a:ln>
        </p:spPr>
      </p:cxnSp>
      <p:cxnSp>
        <p:nvCxnSpPr>
          <p:cNvPr id="285" name="Google Shape;285;p16"/>
          <p:cNvCxnSpPr/>
          <p:nvPr/>
        </p:nvCxnSpPr>
        <p:spPr>
          <a:xfrm>
            <a:off x="-1474205" y="-4068556"/>
            <a:ext cx="0" cy="6456900"/>
          </a:xfrm>
          <a:prstGeom prst="straightConnector1">
            <a:avLst/>
          </a:prstGeom>
          <a:noFill/>
          <a:ln cap="flat" cmpd="sng" w="38100">
            <a:solidFill>
              <a:srgbClr val="C2C2C2"/>
            </a:solidFill>
            <a:prstDash val="solid"/>
            <a:round/>
            <a:headEnd len="sm" w="sm" type="none"/>
            <a:tailEnd len="sm" w="sm" type="none"/>
          </a:ln>
        </p:spPr>
      </p:cxnSp>
      <p:cxnSp>
        <p:nvCxnSpPr>
          <p:cNvPr id="286" name="Google Shape;286;p16"/>
          <p:cNvCxnSpPr/>
          <p:nvPr/>
        </p:nvCxnSpPr>
        <p:spPr>
          <a:xfrm>
            <a:off x="-2030825" y="-2653730"/>
            <a:ext cx="7594200" cy="0"/>
          </a:xfrm>
          <a:prstGeom prst="straightConnector1">
            <a:avLst/>
          </a:prstGeom>
          <a:noFill/>
          <a:ln cap="flat" cmpd="sng" w="38100">
            <a:solidFill>
              <a:srgbClr val="C2C2C2"/>
            </a:solidFill>
            <a:prstDash val="solid"/>
            <a:round/>
            <a:headEnd len="sm" w="sm" type="none"/>
            <a:tailEnd len="sm" w="sm" type="none"/>
          </a:ln>
        </p:spPr>
      </p:cxnSp>
      <p:cxnSp>
        <p:nvCxnSpPr>
          <p:cNvPr id="287" name="Google Shape;287;p16"/>
          <p:cNvCxnSpPr/>
          <p:nvPr/>
        </p:nvCxnSpPr>
        <p:spPr>
          <a:xfrm>
            <a:off x="4635435" y="-3754469"/>
            <a:ext cx="0" cy="6142800"/>
          </a:xfrm>
          <a:prstGeom prst="straightConnector1">
            <a:avLst/>
          </a:prstGeom>
          <a:noFill/>
          <a:ln cap="flat" cmpd="sng" w="38100">
            <a:solidFill>
              <a:srgbClr val="C2C2C2"/>
            </a:solidFill>
            <a:prstDash val="solid"/>
            <a:round/>
            <a:headEnd len="sm" w="sm" type="none"/>
            <a:tailEnd len="sm" w="sm" type="none"/>
          </a:ln>
        </p:spPr>
      </p:cxnSp>
      <p:cxnSp>
        <p:nvCxnSpPr>
          <p:cNvPr id="288" name="Google Shape;288;p16"/>
          <p:cNvCxnSpPr/>
          <p:nvPr/>
        </p:nvCxnSpPr>
        <p:spPr>
          <a:xfrm>
            <a:off x="3489161" y="-3754469"/>
            <a:ext cx="0" cy="6142800"/>
          </a:xfrm>
          <a:prstGeom prst="straightConnector1">
            <a:avLst/>
          </a:prstGeom>
          <a:noFill/>
          <a:ln cap="flat" cmpd="sng" w="38100">
            <a:solidFill>
              <a:srgbClr val="C2C2C2"/>
            </a:solidFill>
            <a:prstDash val="solid"/>
            <a:round/>
            <a:headEnd len="sm" w="sm" type="none"/>
            <a:tailEnd len="sm" w="sm" type="none"/>
          </a:ln>
        </p:spPr>
      </p:cxnSp>
      <p:grpSp>
        <p:nvGrpSpPr>
          <p:cNvPr id="289" name="Google Shape;289;p16"/>
          <p:cNvGrpSpPr/>
          <p:nvPr/>
        </p:nvGrpSpPr>
        <p:grpSpPr>
          <a:xfrm>
            <a:off x="777150" y="2956325"/>
            <a:ext cx="4767473" cy="6094253"/>
            <a:chOff x="0" y="-47625"/>
            <a:chExt cx="780900" cy="1081500"/>
          </a:xfrm>
        </p:grpSpPr>
        <p:sp>
          <p:nvSpPr>
            <p:cNvPr id="290" name="Google Shape;290;p16"/>
            <p:cNvSpPr/>
            <p:nvPr/>
          </p:nvSpPr>
          <p:spPr>
            <a:xfrm>
              <a:off x="0" y="0"/>
              <a:ext cx="780822" cy="1033829"/>
            </a:xfrm>
            <a:custGeom>
              <a:rect b="b" l="l" r="r" t="t"/>
              <a:pathLst>
                <a:path extrusionOk="0" h="1033829" w="780822">
                  <a:moveTo>
                    <a:pt x="0" y="0"/>
                  </a:moveTo>
                  <a:lnTo>
                    <a:pt x="780822" y="0"/>
                  </a:lnTo>
                  <a:lnTo>
                    <a:pt x="780822" y="1033829"/>
                  </a:lnTo>
                  <a:lnTo>
                    <a:pt x="0" y="1033829"/>
                  </a:lnTo>
                  <a:close/>
                </a:path>
              </a:pathLst>
            </a:custGeom>
            <a:solidFill>
              <a:srgbClr val="B62C16"/>
            </a:solidFill>
            <a:ln>
              <a:noFill/>
            </a:ln>
          </p:spPr>
        </p:sp>
        <p:sp>
          <p:nvSpPr>
            <p:cNvPr id="291" name="Google Shape;291;p16"/>
            <p:cNvSpPr txBox="1"/>
            <p:nvPr/>
          </p:nvSpPr>
          <p:spPr>
            <a:xfrm>
              <a:off x="0" y="-47625"/>
              <a:ext cx="780900" cy="10815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92" name="Google Shape;292;p16"/>
          <p:cNvGrpSpPr/>
          <p:nvPr/>
        </p:nvGrpSpPr>
        <p:grpSpPr>
          <a:xfrm>
            <a:off x="860775" y="3078175"/>
            <a:ext cx="4969307" cy="6094252"/>
            <a:chOff x="0" y="-47625"/>
            <a:chExt cx="780822" cy="1081500"/>
          </a:xfrm>
        </p:grpSpPr>
        <p:sp>
          <p:nvSpPr>
            <p:cNvPr id="293" name="Google Shape;293;p16"/>
            <p:cNvSpPr/>
            <p:nvPr/>
          </p:nvSpPr>
          <p:spPr>
            <a:xfrm>
              <a:off x="0" y="0"/>
              <a:ext cx="780822" cy="1033829"/>
            </a:xfrm>
            <a:custGeom>
              <a:rect b="b" l="l" r="r" t="t"/>
              <a:pathLst>
                <a:path extrusionOk="0" h="1033829" w="780822">
                  <a:moveTo>
                    <a:pt x="0" y="0"/>
                  </a:moveTo>
                  <a:lnTo>
                    <a:pt x="780822" y="0"/>
                  </a:lnTo>
                  <a:lnTo>
                    <a:pt x="780822" y="1033829"/>
                  </a:lnTo>
                  <a:lnTo>
                    <a:pt x="0" y="1033829"/>
                  </a:lnTo>
                  <a:close/>
                </a:path>
              </a:pathLst>
            </a:custGeom>
            <a:solidFill>
              <a:srgbClr val="000000">
                <a:alpha val="0"/>
              </a:srgbClr>
            </a:solidFill>
            <a:ln cap="sq" cmpd="sng" w="47625">
              <a:solidFill>
                <a:srgbClr val="000000"/>
              </a:solidFill>
              <a:prstDash val="solid"/>
              <a:miter lim="8000"/>
              <a:headEnd len="sm" w="sm" type="none"/>
              <a:tailEnd len="sm" w="sm" type="none"/>
            </a:ln>
          </p:spPr>
        </p:sp>
        <p:sp>
          <p:nvSpPr>
            <p:cNvPr id="294" name="Google Shape;294;p16"/>
            <p:cNvSpPr txBox="1"/>
            <p:nvPr/>
          </p:nvSpPr>
          <p:spPr>
            <a:xfrm>
              <a:off x="0" y="-47625"/>
              <a:ext cx="542100" cy="10815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95" name="Google Shape;295;p16"/>
          <p:cNvSpPr/>
          <p:nvPr/>
        </p:nvSpPr>
        <p:spPr>
          <a:xfrm rot="5400000">
            <a:off x="16469565" y="8944212"/>
            <a:ext cx="475647" cy="1103822"/>
          </a:xfrm>
          <a:custGeom>
            <a:rect b="b" l="l" r="r" t="t"/>
            <a:pathLst>
              <a:path extrusionOk="0" h="1103822" w="475647">
                <a:moveTo>
                  <a:pt x="0" y="0"/>
                </a:moveTo>
                <a:lnTo>
                  <a:pt x="475647" y="0"/>
                </a:lnTo>
                <a:lnTo>
                  <a:pt x="475647" y="1103823"/>
                </a:lnTo>
                <a:lnTo>
                  <a:pt x="0" y="1103823"/>
                </a:lnTo>
                <a:lnTo>
                  <a:pt x="0" y="0"/>
                </a:lnTo>
                <a:close/>
              </a:path>
            </a:pathLst>
          </a:custGeom>
          <a:blipFill rotWithShape="1">
            <a:blip r:embed="rId3">
              <a:alphaModFix/>
            </a:blip>
            <a:stretch>
              <a:fillRect b="0" l="0" r="0" t="0"/>
            </a:stretch>
          </a:blipFill>
          <a:ln>
            <a:noFill/>
          </a:ln>
        </p:spPr>
      </p:sp>
      <p:sp>
        <p:nvSpPr>
          <p:cNvPr id="296" name="Google Shape;296;p16"/>
          <p:cNvSpPr/>
          <p:nvPr/>
        </p:nvSpPr>
        <p:spPr>
          <a:xfrm rot="-5400000">
            <a:off x="1342788" y="8944212"/>
            <a:ext cx="475647" cy="1103822"/>
          </a:xfrm>
          <a:custGeom>
            <a:rect b="b" l="l" r="r" t="t"/>
            <a:pathLst>
              <a:path extrusionOk="0" h="1103822" w="475647">
                <a:moveTo>
                  <a:pt x="0" y="0"/>
                </a:moveTo>
                <a:lnTo>
                  <a:pt x="475647" y="0"/>
                </a:lnTo>
                <a:lnTo>
                  <a:pt x="475647" y="1103823"/>
                </a:lnTo>
                <a:lnTo>
                  <a:pt x="0" y="1103823"/>
                </a:lnTo>
                <a:lnTo>
                  <a:pt x="0" y="0"/>
                </a:lnTo>
                <a:close/>
              </a:path>
            </a:pathLst>
          </a:custGeom>
          <a:blipFill rotWithShape="1">
            <a:blip r:embed="rId3">
              <a:alphaModFix/>
            </a:blip>
            <a:stretch>
              <a:fillRect b="0" l="0" r="0" t="0"/>
            </a:stretch>
          </a:blipFill>
          <a:ln>
            <a:noFill/>
          </a:ln>
        </p:spPr>
      </p:sp>
      <p:sp>
        <p:nvSpPr>
          <p:cNvPr id="297" name="Google Shape;297;p16"/>
          <p:cNvSpPr txBox="1"/>
          <p:nvPr/>
        </p:nvSpPr>
        <p:spPr>
          <a:xfrm>
            <a:off x="846426" y="2510650"/>
            <a:ext cx="4767300" cy="615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US" sz="4000">
                <a:latin typeface="Archivo Black"/>
                <a:ea typeface="Archivo Black"/>
                <a:cs typeface="Archivo Black"/>
                <a:sym typeface="Archivo Black"/>
              </a:rPr>
              <a:t>FUNZIONALI</a:t>
            </a:r>
            <a:endParaRPr sz="100"/>
          </a:p>
        </p:txBody>
      </p:sp>
      <p:grpSp>
        <p:nvGrpSpPr>
          <p:cNvPr id="298" name="Google Shape;298;p16"/>
          <p:cNvGrpSpPr/>
          <p:nvPr/>
        </p:nvGrpSpPr>
        <p:grpSpPr>
          <a:xfrm>
            <a:off x="-796993" y="-1523577"/>
            <a:ext cx="5126554" cy="2087129"/>
            <a:chOff x="-100345" y="-289362"/>
            <a:chExt cx="835501" cy="549693"/>
          </a:xfrm>
        </p:grpSpPr>
        <p:sp>
          <p:nvSpPr>
            <p:cNvPr id="299" name="Google Shape;299;p16"/>
            <p:cNvSpPr/>
            <p:nvPr/>
          </p:nvSpPr>
          <p:spPr>
            <a:xfrm>
              <a:off x="-100345" y="-164200"/>
              <a:ext cx="812800" cy="424531"/>
            </a:xfrm>
            <a:custGeom>
              <a:rect b="b" l="l" r="r" t="t"/>
              <a:pathLst>
                <a:path extrusionOk="0" h="424531" w="812800">
                  <a:moveTo>
                    <a:pt x="0" y="0"/>
                  </a:moveTo>
                  <a:lnTo>
                    <a:pt x="812800" y="0"/>
                  </a:lnTo>
                  <a:lnTo>
                    <a:pt x="812800" y="424531"/>
                  </a:lnTo>
                  <a:lnTo>
                    <a:pt x="0" y="424531"/>
                  </a:lnTo>
                  <a:close/>
                </a:path>
              </a:pathLst>
            </a:custGeom>
            <a:solidFill>
              <a:srgbClr val="B62C16"/>
            </a:solidFill>
            <a:ln>
              <a:noFill/>
            </a:ln>
          </p:spPr>
        </p:sp>
        <p:sp>
          <p:nvSpPr>
            <p:cNvPr id="300" name="Google Shape;300;p16"/>
            <p:cNvSpPr txBox="1"/>
            <p:nvPr/>
          </p:nvSpPr>
          <p:spPr>
            <a:xfrm>
              <a:off x="-77544" y="-289362"/>
              <a:ext cx="812700" cy="4722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301" name="Google Shape;301;p16"/>
          <p:cNvCxnSpPr/>
          <p:nvPr/>
        </p:nvCxnSpPr>
        <p:spPr>
          <a:xfrm>
            <a:off x="14730633" y="-883373"/>
            <a:ext cx="7776300" cy="0"/>
          </a:xfrm>
          <a:prstGeom prst="straightConnector1">
            <a:avLst/>
          </a:prstGeom>
          <a:noFill/>
          <a:ln cap="flat" cmpd="sng" w="38100">
            <a:solidFill>
              <a:srgbClr val="C2C2C2"/>
            </a:solidFill>
            <a:prstDash val="solid"/>
            <a:round/>
            <a:headEnd len="sm" w="sm" type="none"/>
            <a:tailEnd len="sm" w="sm" type="none"/>
          </a:ln>
        </p:spPr>
      </p:cxnSp>
      <p:cxnSp>
        <p:nvCxnSpPr>
          <p:cNvPr id="302" name="Google Shape;302;p16"/>
          <p:cNvCxnSpPr/>
          <p:nvPr/>
        </p:nvCxnSpPr>
        <p:spPr>
          <a:xfrm>
            <a:off x="14730633" y="-3349186"/>
            <a:ext cx="7776300" cy="0"/>
          </a:xfrm>
          <a:prstGeom prst="straightConnector1">
            <a:avLst/>
          </a:prstGeom>
          <a:noFill/>
          <a:ln cap="flat" cmpd="sng" w="38100">
            <a:solidFill>
              <a:srgbClr val="C2C2C2"/>
            </a:solidFill>
            <a:prstDash val="solid"/>
            <a:round/>
            <a:headEnd len="sm" w="sm" type="none"/>
            <a:tailEnd len="sm" w="sm" type="none"/>
          </a:ln>
        </p:spPr>
      </p:cxnSp>
      <p:cxnSp>
        <p:nvCxnSpPr>
          <p:cNvPr id="303" name="Google Shape;303;p16"/>
          <p:cNvCxnSpPr/>
          <p:nvPr/>
        </p:nvCxnSpPr>
        <p:spPr>
          <a:xfrm>
            <a:off x="22076672" y="-3968541"/>
            <a:ext cx="0" cy="7320300"/>
          </a:xfrm>
          <a:prstGeom prst="straightConnector1">
            <a:avLst/>
          </a:prstGeom>
          <a:noFill/>
          <a:ln cap="flat" cmpd="sng" w="38100">
            <a:solidFill>
              <a:srgbClr val="C2C2C2"/>
            </a:solidFill>
            <a:prstDash val="solid"/>
            <a:round/>
            <a:headEnd len="sm" w="sm" type="none"/>
            <a:tailEnd len="sm" w="sm" type="none"/>
          </a:ln>
        </p:spPr>
      </p:cxnSp>
      <p:cxnSp>
        <p:nvCxnSpPr>
          <p:cNvPr id="304" name="Google Shape;304;p16"/>
          <p:cNvCxnSpPr/>
          <p:nvPr/>
        </p:nvCxnSpPr>
        <p:spPr>
          <a:xfrm>
            <a:off x="14730633" y="-2091199"/>
            <a:ext cx="7776300" cy="0"/>
          </a:xfrm>
          <a:prstGeom prst="straightConnector1">
            <a:avLst/>
          </a:prstGeom>
          <a:noFill/>
          <a:ln cap="flat" cmpd="sng" w="38100">
            <a:solidFill>
              <a:srgbClr val="C2C2C2"/>
            </a:solidFill>
            <a:prstDash val="solid"/>
            <a:round/>
            <a:headEnd len="sm" w="sm" type="none"/>
            <a:tailEnd len="sm" w="sm" type="none"/>
          </a:ln>
        </p:spPr>
      </p:cxnSp>
      <p:sp>
        <p:nvSpPr>
          <p:cNvPr id="305" name="Google Shape;305;p16"/>
          <p:cNvSpPr txBox="1"/>
          <p:nvPr/>
        </p:nvSpPr>
        <p:spPr>
          <a:xfrm>
            <a:off x="1068750" y="3475075"/>
            <a:ext cx="3795000" cy="5056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b="1" lang="en-US" sz="1800">
                <a:solidFill>
                  <a:schemeClr val="lt1"/>
                </a:solidFill>
                <a:latin typeface="Open Sans"/>
                <a:ea typeface="Open Sans"/>
                <a:cs typeface="Open Sans"/>
                <a:sym typeface="Open Sans"/>
              </a:rPr>
              <a:t>Interfaccia conversazionale:</a:t>
            </a:r>
            <a:endParaRPr b="1" sz="1800">
              <a:solidFill>
                <a:schemeClr val="lt1"/>
              </a:solidFill>
              <a:latin typeface="Open Sans"/>
              <a:ea typeface="Open Sans"/>
              <a:cs typeface="Open Sans"/>
              <a:sym typeface="Open Sans"/>
            </a:endParaRPr>
          </a:p>
          <a:p>
            <a:pPr indent="0" lvl="0" marL="0" marR="0" rtl="0" algn="l">
              <a:lnSpc>
                <a:spcPct val="115000"/>
              </a:lnSpc>
              <a:spcBef>
                <a:spcPts val="0"/>
              </a:spcBef>
              <a:spcAft>
                <a:spcPts val="0"/>
              </a:spcAft>
              <a:buNone/>
            </a:pPr>
            <a:r>
              <a:rPr lang="en-US" sz="1800">
                <a:solidFill>
                  <a:schemeClr val="lt1"/>
                </a:solidFill>
                <a:latin typeface="Open Sans"/>
                <a:ea typeface="Open Sans"/>
                <a:cs typeface="Open Sans"/>
                <a:sym typeface="Open Sans"/>
              </a:rPr>
              <a:t>Deve consentire agli utenti di interagire con il modello tramite una chat da terminale.</a:t>
            </a:r>
            <a:endParaRPr sz="1800">
              <a:solidFill>
                <a:schemeClr val="lt1"/>
              </a:solidFill>
              <a:latin typeface="Open Sans"/>
              <a:ea typeface="Open Sans"/>
              <a:cs typeface="Open Sans"/>
              <a:sym typeface="Open Sans"/>
            </a:endParaRPr>
          </a:p>
          <a:p>
            <a:pPr indent="0" lvl="0" marL="0" marR="0" rtl="0" algn="l">
              <a:lnSpc>
                <a:spcPct val="115000"/>
              </a:lnSpc>
              <a:spcBef>
                <a:spcPts val="0"/>
              </a:spcBef>
              <a:spcAft>
                <a:spcPts val="0"/>
              </a:spcAft>
              <a:buNone/>
            </a:pPr>
            <a:r>
              <a:t/>
            </a:r>
            <a:endParaRPr b="1" sz="1800">
              <a:solidFill>
                <a:schemeClr val="lt1"/>
              </a:solidFill>
              <a:latin typeface="Open Sans"/>
              <a:ea typeface="Open Sans"/>
              <a:cs typeface="Open Sans"/>
              <a:sym typeface="Open Sans"/>
            </a:endParaRPr>
          </a:p>
          <a:p>
            <a:pPr indent="0" lvl="0" marL="0" marR="0" rtl="0" algn="l">
              <a:lnSpc>
                <a:spcPct val="115000"/>
              </a:lnSpc>
              <a:spcBef>
                <a:spcPts val="0"/>
              </a:spcBef>
              <a:spcAft>
                <a:spcPts val="0"/>
              </a:spcAft>
              <a:buNone/>
            </a:pPr>
            <a:r>
              <a:rPr b="1" lang="en-US" sz="1800">
                <a:solidFill>
                  <a:schemeClr val="lt1"/>
                </a:solidFill>
                <a:latin typeface="Open Sans"/>
                <a:ea typeface="Open Sans"/>
                <a:cs typeface="Open Sans"/>
                <a:sym typeface="Open Sans"/>
              </a:rPr>
              <a:t>Scansione delle vulnerabilità:</a:t>
            </a:r>
            <a:endParaRPr b="1" sz="1800">
              <a:solidFill>
                <a:schemeClr val="lt1"/>
              </a:solidFill>
              <a:latin typeface="Open Sans"/>
              <a:ea typeface="Open Sans"/>
              <a:cs typeface="Open Sans"/>
              <a:sym typeface="Open Sans"/>
            </a:endParaRPr>
          </a:p>
          <a:p>
            <a:pPr indent="0" lvl="0" marL="0" marR="0" rtl="0" algn="l">
              <a:lnSpc>
                <a:spcPct val="115000"/>
              </a:lnSpc>
              <a:spcBef>
                <a:spcPts val="0"/>
              </a:spcBef>
              <a:spcAft>
                <a:spcPts val="0"/>
              </a:spcAft>
              <a:buNone/>
            </a:pPr>
            <a:r>
              <a:rPr lang="en-US" sz="1800">
                <a:solidFill>
                  <a:schemeClr val="lt1"/>
                </a:solidFill>
                <a:latin typeface="Open Sans"/>
                <a:ea typeface="Open Sans"/>
                <a:cs typeface="Open Sans"/>
                <a:sym typeface="Open Sans"/>
              </a:rPr>
              <a:t>Il sistema deve eseguire la scansione delle infrastrutture IT.</a:t>
            </a:r>
            <a:endParaRPr sz="1800">
              <a:solidFill>
                <a:schemeClr val="lt1"/>
              </a:solidFill>
              <a:latin typeface="Open Sans"/>
              <a:ea typeface="Open Sans"/>
              <a:cs typeface="Open Sans"/>
              <a:sym typeface="Open Sans"/>
            </a:endParaRPr>
          </a:p>
          <a:p>
            <a:pPr indent="0" lvl="0" marL="0" marR="0" rtl="0" algn="l">
              <a:lnSpc>
                <a:spcPct val="115000"/>
              </a:lnSpc>
              <a:spcBef>
                <a:spcPts val="0"/>
              </a:spcBef>
              <a:spcAft>
                <a:spcPts val="0"/>
              </a:spcAft>
              <a:buNone/>
            </a:pPr>
            <a:r>
              <a:t/>
            </a:r>
            <a:endParaRPr sz="1800">
              <a:solidFill>
                <a:schemeClr val="lt1"/>
              </a:solidFill>
              <a:latin typeface="Open Sans"/>
              <a:ea typeface="Open Sans"/>
              <a:cs typeface="Open Sans"/>
              <a:sym typeface="Open Sans"/>
            </a:endParaRPr>
          </a:p>
          <a:p>
            <a:pPr indent="0" lvl="0" marL="0" rtl="0" algn="l">
              <a:lnSpc>
                <a:spcPct val="115000"/>
              </a:lnSpc>
              <a:spcBef>
                <a:spcPts val="0"/>
              </a:spcBef>
              <a:spcAft>
                <a:spcPts val="0"/>
              </a:spcAft>
              <a:buNone/>
            </a:pPr>
            <a:r>
              <a:rPr b="1" lang="en-US" sz="1800">
                <a:solidFill>
                  <a:schemeClr val="lt1"/>
                </a:solidFill>
                <a:latin typeface="Open Sans"/>
                <a:ea typeface="Open Sans"/>
                <a:cs typeface="Open Sans"/>
                <a:sym typeface="Open Sans"/>
              </a:rPr>
              <a:t>Ricerca delle vulnerabilità:</a:t>
            </a:r>
            <a:endParaRPr sz="1800">
              <a:solidFill>
                <a:schemeClr val="lt1"/>
              </a:solidFill>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US" sz="1800">
                <a:solidFill>
                  <a:schemeClr val="lt1"/>
                </a:solidFill>
                <a:latin typeface="Open Sans"/>
                <a:ea typeface="Open Sans"/>
                <a:cs typeface="Open Sans"/>
                <a:sym typeface="Open Sans"/>
              </a:rPr>
              <a:t>Deve consentire agli utenti di cercare informazioni su vulnerabilità specifiche, restituendo dettagli e suggerimenti.</a:t>
            </a:r>
            <a:endParaRPr sz="1800">
              <a:solidFill>
                <a:schemeClr val="lt1"/>
              </a:solidFill>
              <a:latin typeface="Open Sans"/>
              <a:ea typeface="Open Sans"/>
              <a:cs typeface="Open Sans"/>
              <a:sym typeface="Open Sans"/>
            </a:endParaRPr>
          </a:p>
          <a:p>
            <a:pPr indent="0" lvl="0" marL="0" marR="0" rtl="0" algn="l">
              <a:lnSpc>
                <a:spcPct val="115000"/>
              </a:lnSpc>
              <a:spcBef>
                <a:spcPts val="0"/>
              </a:spcBef>
              <a:spcAft>
                <a:spcPts val="0"/>
              </a:spcAft>
              <a:buNone/>
            </a:pPr>
            <a:r>
              <a:t/>
            </a:r>
            <a:endParaRPr sz="1800">
              <a:solidFill>
                <a:schemeClr val="lt1"/>
              </a:solidFill>
              <a:latin typeface="Open Sans"/>
              <a:ea typeface="Open Sans"/>
              <a:cs typeface="Open Sans"/>
              <a:sym typeface="Open Sans"/>
            </a:endParaRPr>
          </a:p>
        </p:txBody>
      </p:sp>
      <p:pic>
        <p:nvPicPr>
          <p:cNvPr id="306" name="Google Shape;306;p16"/>
          <p:cNvPicPr preferRelativeResize="0"/>
          <p:nvPr/>
        </p:nvPicPr>
        <p:blipFill>
          <a:blip r:embed="rId4">
            <a:alphaModFix/>
          </a:blip>
          <a:stretch>
            <a:fillRect/>
          </a:stretch>
        </p:blipFill>
        <p:spPr>
          <a:xfrm>
            <a:off x="13106650" y="-247061"/>
            <a:ext cx="1948877" cy="1792725"/>
          </a:xfrm>
          <a:prstGeom prst="rect">
            <a:avLst/>
          </a:prstGeom>
          <a:noFill/>
          <a:ln>
            <a:noFill/>
          </a:ln>
        </p:spPr>
      </p:pic>
      <p:pic>
        <p:nvPicPr>
          <p:cNvPr id="307" name="Google Shape;307;p16"/>
          <p:cNvPicPr preferRelativeResize="0"/>
          <p:nvPr/>
        </p:nvPicPr>
        <p:blipFill>
          <a:blip r:embed="rId5">
            <a:alphaModFix/>
          </a:blip>
          <a:stretch>
            <a:fillRect/>
          </a:stretch>
        </p:blipFill>
        <p:spPr>
          <a:xfrm>
            <a:off x="7050596" y="8072953"/>
            <a:ext cx="753600" cy="772284"/>
          </a:xfrm>
          <a:prstGeom prst="rect">
            <a:avLst/>
          </a:prstGeom>
          <a:noFill/>
          <a:ln>
            <a:noFill/>
          </a:ln>
        </p:spPr>
      </p:pic>
      <p:pic>
        <p:nvPicPr>
          <p:cNvPr id="308" name="Google Shape;308;p16"/>
          <p:cNvPicPr preferRelativeResize="0"/>
          <p:nvPr/>
        </p:nvPicPr>
        <p:blipFill>
          <a:blip r:embed="rId6">
            <a:alphaModFix/>
          </a:blip>
          <a:stretch>
            <a:fillRect/>
          </a:stretch>
        </p:blipFill>
        <p:spPr>
          <a:xfrm>
            <a:off x="16741871" y="489859"/>
            <a:ext cx="787100" cy="1488778"/>
          </a:xfrm>
          <a:prstGeom prst="rect">
            <a:avLst/>
          </a:prstGeom>
          <a:noFill/>
          <a:ln>
            <a:noFill/>
          </a:ln>
        </p:spPr>
      </p:pic>
      <p:sp>
        <p:nvSpPr>
          <p:cNvPr id="309" name="Google Shape;309;p16"/>
          <p:cNvSpPr txBox="1"/>
          <p:nvPr/>
        </p:nvSpPr>
        <p:spPr>
          <a:xfrm>
            <a:off x="6042600" y="1008275"/>
            <a:ext cx="6202800" cy="1262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7000">
                <a:solidFill>
                  <a:schemeClr val="dk1"/>
                </a:solidFill>
                <a:latin typeface="Archivo Black"/>
                <a:ea typeface="Archivo Black"/>
                <a:cs typeface="Archivo Black"/>
                <a:sym typeface="Archivo Black"/>
              </a:rPr>
              <a:t>REQUISITI</a:t>
            </a:r>
            <a:endParaRPr/>
          </a:p>
        </p:txBody>
      </p:sp>
      <p:sp>
        <p:nvSpPr>
          <p:cNvPr id="310" name="Google Shape;310;p16"/>
          <p:cNvSpPr txBox="1"/>
          <p:nvPr/>
        </p:nvSpPr>
        <p:spPr>
          <a:xfrm>
            <a:off x="11460700" y="3389825"/>
            <a:ext cx="6680400" cy="2692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1800">
                <a:solidFill>
                  <a:schemeClr val="lt1"/>
                </a:solidFill>
                <a:latin typeface="Open Sans"/>
                <a:ea typeface="Open Sans"/>
                <a:cs typeface="Open Sans"/>
                <a:sym typeface="Open Sans"/>
              </a:rPr>
              <a:t>Modulo di Generazione Automatica di Report:</a:t>
            </a:r>
            <a:endParaRPr b="1" sz="1800">
              <a:solidFill>
                <a:schemeClr val="lt1"/>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b="1" sz="1800">
              <a:solidFill>
                <a:schemeClr val="lt1"/>
              </a:solidFill>
              <a:latin typeface="Open Sans"/>
              <a:ea typeface="Open Sans"/>
              <a:cs typeface="Open Sans"/>
              <a:sym typeface="Open Sans"/>
            </a:endParaRPr>
          </a:p>
          <a:p>
            <a:pPr indent="-342900" lvl="0" marL="457200" rtl="0" algn="l">
              <a:lnSpc>
                <a:spcPct val="115000"/>
              </a:lnSpc>
              <a:spcBef>
                <a:spcPts val="0"/>
              </a:spcBef>
              <a:spcAft>
                <a:spcPts val="0"/>
              </a:spcAft>
              <a:buClr>
                <a:schemeClr val="lt1"/>
              </a:buClr>
              <a:buSzPts val="1800"/>
              <a:buFont typeface="Open Sans"/>
              <a:buChar char="-"/>
            </a:pPr>
            <a:r>
              <a:rPr lang="en-US" sz="1800">
                <a:solidFill>
                  <a:schemeClr val="lt1"/>
                </a:solidFill>
                <a:latin typeface="Open Sans"/>
                <a:ea typeface="Open Sans"/>
                <a:cs typeface="Open Sans"/>
                <a:sym typeface="Open Sans"/>
              </a:rPr>
              <a:t>Analizzare i risultati delle scansioni e generare report leggibili e dettagliati.</a:t>
            </a:r>
            <a:endParaRPr sz="1800">
              <a:solidFill>
                <a:schemeClr val="lt1"/>
              </a:solidFill>
              <a:latin typeface="Open Sans"/>
              <a:ea typeface="Open Sans"/>
              <a:cs typeface="Open Sans"/>
              <a:sym typeface="Open Sans"/>
            </a:endParaRPr>
          </a:p>
          <a:p>
            <a:pPr indent="0" lvl="0" marL="457200" rtl="0" algn="l">
              <a:lnSpc>
                <a:spcPct val="115000"/>
              </a:lnSpc>
              <a:spcBef>
                <a:spcPts val="0"/>
              </a:spcBef>
              <a:spcAft>
                <a:spcPts val="0"/>
              </a:spcAft>
              <a:buNone/>
            </a:pPr>
            <a:r>
              <a:t/>
            </a:r>
            <a:endParaRPr sz="1800">
              <a:solidFill>
                <a:schemeClr val="lt1"/>
              </a:solidFill>
              <a:latin typeface="Open Sans"/>
              <a:ea typeface="Open Sans"/>
              <a:cs typeface="Open Sans"/>
              <a:sym typeface="Open Sans"/>
            </a:endParaRPr>
          </a:p>
          <a:p>
            <a:pPr indent="0" lvl="0" marL="0" rtl="0" algn="l">
              <a:lnSpc>
                <a:spcPct val="115000"/>
              </a:lnSpc>
              <a:spcBef>
                <a:spcPts val="0"/>
              </a:spcBef>
              <a:spcAft>
                <a:spcPts val="0"/>
              </a:spcAft>
              <a:buNone/>
            </a:pPr>
            <a:r>
              <a:rPr b="1" lang="en-US" sz="1800">
                <a:solidFill>
                  <a:schemeClr val="lt1"/>
                </a:solidFill>
                <a:latin typeface="Open Sans"/>
                <a:ea typeface="Open Sans"/>
                <a:cs typeface="Open Sans"/>
                <a:sym typeface="Open Sans"/>
              </a:rPr>
              <a:t>Modulo di Attacco:</a:t>
            </a:r>
            <a:endParaRPr b="1" sz="1800">
              <a:solidFill>
                <a:schemeClr val="lt1"/>
              </a:solidFill>
              <a:latin typeface="Open Sans"/>
              <a:ea typeface="Open Sans"/>
              <a:cs typeface="Open Sans"/>
              <a:sym typeface="Open Sans"/>
            </a:endParaRPr>
          </a:p>
          <a:p>
            <a:pPr indent="-342900" lvl="0" marL="457200" rtl="0" algn="l">
              <a:lnSpc>
                <a:spcPct val="115000"/>
              </a:lnSpc>
              <a:spcBef>
                <a:spcPts val="0"/>
              </a:spcBef>
              <a:spcAft>
                <a:spcPts val="0"/>
              </a:spcAft>
              <a:buClr>
                <a:schemeClr val="lt1"/>
              </a:buClr>
              <a:buSzPts val="1800"/>
              <a:buFont typeface="Open Sans"/>
              <a:buChar char="-"/>
            </a:pPr>
            <a:r>
              <a:rPr lang="en-US" sz="1800">
                <a:solidFill>
                  <a:schemeClr val="lt1"/>
                </a:solidFill>
                <a:latin typeface="Open Sans"/>
                <a:ea typeface="Open Sans"/>
                <a:cs typeface="Open Sans"/>
                <a:sym typeface="Open Sans"/>
              </a:rPr>
              <a:t>Suggerire exploit e tecniche di attacco specifiche per le vulnerabilità rilevate.</a:t>
            </a:r>
            <a:endParaRPr b="1" sz="1800">
              <a:solidFill>
                <a:schemeClr val="lt1"/>
              </a:solidFill>
              <a:latin typeface="Open Sans"/>
              <a:ea typeface="Open Sans"/>
              <a:cs typeface="Open Sans"/>
              <a:sym typeface="Open Sans"/>
            </a:endParaRPr>
          </a:p>
        </p:txBody>
      </p:sp>
      <p:grpSp>
        <p:nvGrpSpPr>
          <p:cNvPr id="311" name="Google Shape;311;p16"/>
          <p:cNvGrpSpPr/>
          <p:nvPr/>
        </p:nvGrpSpPr>
        <p:grpSpPr>
          <a:xfrm>
            <a:off x="12476038" y="3004387"/>
            <a:ext cx="4767473" cy="6094253"/>
            <a:chOff x="0" y="-47625"/>
            <a:chExt cx="780900" cy="1081500"/>
          </a:xfrm>
        </p:grpSpPr>
        <p:sp>
          <p:nvSpPr>
            <p:cNvPr id="312" name="Google Shape;312;p16"/>
            <p:cNvSpPr/>
            <p:nvPr/>
          </p:nvSpPr>
          <p:spPr>
            <a:xfrm>
              <a:off x="0" y="0"/>
              <a:ext cx="780822" cy="1033829"/>
            </a:xfrm>
            <a:custGeom>
              <a:rect b="b" l="l" r="r" t="t"/>
              <a:pathLst>
                <a:path extrusionOk="0" h="1033829" w="780822">
                  <a:moveTo>
                    <a:pt x="0" y="0"/>
                  </a:moveTo>
                  <a:lnTo>
                    <a:pt x="780822" y="0"/>
                  </a:lnTo>
                  <a:lnTo>
                    <a:pt x="780822" y="1033829"/>
                  </a:lnTo>
                  <a:lnTo>
                    <a:pt x="0" y="1033829"/>
                  </a:lnTo>
                  <a:close/>
                </a:path>
              </a:pathLst>
            </a:custGeom>
            <a:solidFill>
              <a:srgbClr val="B62C16"/>
            </a:solidFill>
            <a:ln>
              <a:noFill/>
            </a:ln>
          </p:spPr>
        </p:sp>
        <p:sp>
          <p:nvSpPr>
            <p:cNvPr id="313" name="Google Shape;313;p16"/>
            <p:cNvSpPr txBox="1"/>
            <p:nvPr/>
          </p:nvSpPr>
          <p:spPr>
            <a:xfrm>
              <a:off x="0" y="-47625"/>
              <a:ext cx="780900" cy="10815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14" name="Google Shape;314;p16"/>
          <p:cNvGrpSpPr/>
          <p:nvPr/>
        </p:nvGrpSpPr>
        <p:grpSpPr>
          <a:xfrm>
            <a:off x="12559662" y="3126237"/>
            <a:ext cx="4969307" cy="6094252"/>
            <a:chOff x="0" y="-47625"/>
            <a:chExt cx="780822" cy="1081500"/>
          </a:xfrm>
        </p:grpSpPr>
        <p:sp>
          <p:nvSpPr>
            <p:cNvPr id="315" name="Google Shape;315;p16"/>
            <p:cNvSpPr/>
            <p:nvPr/>
          </p:nvSpPr>
          <p:spPr>
            <a:xfrm>
              <a:off x="0" y="0"/>
              <a:ext cx="780822" cy="1033829"/>
            </a:xfrm>
            <a:custGeom>
              <a:rect b="b" l="l" r="r" t="t"/>
              <a:pathLst>
                <a:path extrusionOk="0" h="1033829" w="780822">
                  <a:moveTo>
                    <a:pt x="0" y="0"/>
                  </a:moveTo>
                  <a:lnTo>
                    <a:pt x="780822" y="0"/>
                  </a:lnTo>
                  <a:lnTo>
                    <a:pt x="780822" y="1033829"/>
                  </a:lnTo>
                  <a:lnTo>
                    <a:pt x="0" y="1033829"/>
                  </a:lnTo>
                  <a:close/>
                </a:path>
              </a:pathLst>
            </a:custGeom>
            <a:solidFill>
              <a:srgbClr val="000000">
                <a:alpha val="0"/>
              </a:srgbClr>
            </a:solidFill>
            <a:ln cap="sq" cmpd="sng" w="47625">
              <a:solidFill>
                <a:srgbClr val="000000"/>
              </a:solidFill>
              <a:prstDash val="solid"/>
              <a:miter lim="8000"/>
              <a:headEnd len="sm" w="sm" type="none"/>
              <a:tailEnd len="sm" w="sm" type="none"/>
            </a:ln>
          </p:spPr>
        </p:sp>
        <p:sp>
          <p:nvSpPr>
            <p:cNvPr id="316" name="Google Shape;316;p16"/>
            <p:cNvSpPr txBox="1"/>
            <p:nvPr/>
          </p:nvSpPr>
          <p:spPr>
            <a:xfrm>
              <a:off x="0" y="-47625"/>
              <a:ext cx="542100" cy="10815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17" name="Google Shape;317;p16"/>
          <p:cNvSpPr txBox="1"/>
          <p:nvPr/>
        </p:nvSpPr>
        <p:spPr>
          <a:xfrm>
            <a:off x="12767638" y="3523138"/>
            <a:ext cx="3795000" cy="47379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800">
                <a:solidFill>
                  <a:srgbClr val="FFFFFF"/>
                </a:solidFill>
                <a:latin typeface="Open Sans"/>
                <a:ea typeface="Open Sans"/>
                <a:cs typeface="Open Sans"/>
                <a:sym typeface="Open Sans"/>
              </a:rPr>
              <a:t>Modello AI: </a:t>
            </a:r>
            <a:r>
              <a:rPr lang="en-US" sz="1800">
                <a:solidFill>
                  <a:srgbClr val="FFFFFF"/>
                </a:solidFill>
                <a:latin typeface="Open Sans"/>
                <a:ea typeface="Open Sans"/>
                <a:cs typeface="Open Sans"/>
                <a:sym typeface="Open Sans"/>
              </a:rPr>
              <a:t>	Qwen2.5-1.5B-Instruct</a:t>
            </a:r>
            <a:endParaRPr sz="1800">
              <a:solidFill>
                <a:srgbClr val="FFFFFF"/>
              </a:solidFill>
              <a:latin typeface="Open Sans"/>
              <a:ea typeface="Open Sans"/>
              <a:cs typeface="Open Sans"/>
              <a:sym typeface="Open Sans"/>
            </a:endParaRPr>
          </a:p>
          <a:p>
            <a:pPr indent="0" lvl="0" marL="0" marR="0" rtl="0" algn="l">
              <a:lnSpc>
                <a:spcPct val="115000"/>
              </a:lnSpc>
              <a:spcBef>
                <a:spcPts val="0"/>
              </a:spcBef>
              <a:spcAft>
                <a:spcPts val="0"/>
              </a:spcAft>
              <a:buNone/>
            </a:pPr>
            <a:r>
              <a:t/>
            </a:r>
            <a:endParaRPr b="1" sz="1800">
              <a:solidFill>
                <a:srgbClr val="FFFFFF"/>
              </a:solidFill>
              <a:latin typeface="Open Sans"/>
              <a:ea typeface="Open Sans"/>
              <a:cs typeface="Open Sans"/>
              <a:sym typeface="Open Sans"/>
            </a:endParaRPr>
          </a:p>
          <a:p>
            <a:pPr indent="0" lvl="0" marL="0" marR="0" rtl="0" algn="l">
              <a:lnSpc>
                <a:spcPct val="115000"/>
              </a:lnSpc>
              <a:spcBef>
                <a:spcPts val="0"/>
              </a:spcBef>
              <a:spcAft>
                <a:spcPts val="0"/>
              </a:spcAft>
              <a:buNone/>
            </a:pPr>
            <a:r>
              <a:rPr b="1" lang="en-US" sz="1800">
                <a:solidFill>
                  <a:srgbClr val="FFFFFF"/>
                </a:solidFill>
                <a:latin typeface="Open Sans"/>
                <a:ea typeface="Open Sans"/>
                <a:cs typeface="Open Sans"/>
                <a:sym typeface="Open Sans"/>
              </a:rPr>
              <a:t>Linguaggi e Framework: </a:t>
            </a:r>
            <a:r>
              <a:rPr lang="en-US" sz="1800">
                <a:solidFill>
                  <a:srgbClr val="FFFFFF"/>
                </a:solidFill>
                <a:latin typeface="Open Sans"/>
                <a:ea typeface="Open Sans"/>
                <a:cs typeface="Open Sans"/>
                <a:sym typeface="Open Sans"/>
              </a:rPr>
              <a:t>Python, Hugging Face, PyTorch.</a:t>
            </a:r>
            <a:endParaRPr sz="1800">
              <a:solidFill>
                <a:srgbClr val="FFFFFF"/>
              </a:solidFill>
              <a:latin typeface="Open Sans"/>
              <a:ea typeface="Open Sans"/>
              <a:cs typeface="Open Sans"/>
              <a:sym typeface="Open Sans"/>
            </a:endParaRPr>
          </a:p>
          <a:p>
            <a:pPr indent="0" lvl="0" marL="0" marR="0" rtl="0" algn="l">
              <a:lnSpc>
                <a:spcPct val="115000"/>
              </a:lnSpc>
              <a:spcBef>
                <a:spcPts val="0"/>
              </a:spcBef>
              <a:spcAft>
                <a:spcPts val="0"/>
              </a:spcAft>
              <a:buNone/>
            </a:pPr>
            <a:r>
              <a:t/>
            </a:r>
            <a:endParaRPr b="1" sz="1800">
              <a:solidFill>
                <a:srgbClr val="FFFFFF"/>
              </a:solidFill>
              <a:latin typeface="Open Sans"/>
              <a:ea typeface="Open Sans"/>
              <a:cs typeface="Open Sans"/>
              <a:sym typeface="Open Sans"/>
            </a:endParaRPr>
          </a:p>
          <a:p>
            <a:pPr indent="0" lvl="0" marL="0" marR="0" rtl="0" algn="l">
              <a:lnSpc>
                <a:spcPct val="115000"/>
              </a:lnSpc>
              <a:spcBef>
                <a:spcPts val="0"/>
              </a:spcBef>
              <a:spcAft>
                <a:spcPts val="0"/>
              </a:spcAft>
              <a:buNone/>
            </a:pPr>
            <a:r>
              <a:rPr b="1" lang="en-US" sz="1800">
                <a:solidFill>
                  <a:srgbClr val="FFFFFF"/>
                </a:solidFill>
                <a:latin typeface="Open Sans"/>
                <a:ea typeface="Open Sans"/>
                <a:cs typeface="Open Sans"/>
                <a:sym typeface="Open Sans"/>
              </a:rPr>
              <a:t>Integrazioni: </a:t>
            </a:r>
            <a:r>
              <a:rPr lang="en-US" sz="1800">
                <a:solidFill>
                  <a:srgbClr val="FFFFFF"/>
                </a:solidFill>
                <a:latin typeface="Open Sans"/>
                <a:ea typeface="Open Sans"/>
                <a:cs typeface="Open Sans"/>
                <a:sym typeface="Open Sans"/>
              </a:rPr>
              <a:t>Nmap, Whois, Nvdlib.</a:t>
            </a:r>
            <a:endParaRPr sz="1800">
              <a:solidFill>
                <a:srgbClr val="FFFFFF"/>
              </a:solidFill>
              <a:latin typeface="Open Sans"/>
              <a:ea typeface="Open Sans"/>
              <a:cs typeface="Open Sans"/>
              <a:sym typeface="Open Sans"/>
            </a:endParaRPr>
          </a:p>
          <a:p>
            <a:pPr indent="0" lvl="0" marL="0" marR="0" rtl="0" algn="l">
              <a:lnSpc>
                <a:spcPct val="115000"/>
              </a:lnSpc>
              <a:spcBef>
                <a:spcPts val="0"/>
              </a:spcBef>
              <a:spcAft>
                <a:spcPts val="0"/>
              </a:spcAft>
              <a:buNone/>
            </a:pPr>
            <a:r>
              <a:t/>
            </a:r>
            <a:endParaRPr sz="1800">
              <a:solidFill>
                <a:srgbClr val="FFFFFF"/>
              </a:solidFill>
              <a:latin typeface="Open Sans"/>
              <a:ea typeface="Open Sans"/>
              <a:cs typeface="Open Sans"/>
              <a:sym typeface="Open Sans"/>
            </a:endParaRPr>
          </a:p>
          <a:p>
            <a:pPr indent="0" lvl="0" marL="0" marR="0" rtl="0" algn="l">
              <a:lnSpc>
                <a:spcPct val="115000"/>
              </a:lnSpc>
              <a:spcBef>
                <a:spcPts val="0"/>
              </a:spcBef>
              <a:spcAft>
                <a:spcPts val="0"/>
              </a:spcAft>
              <a:buNone/>
            </a:pPr>
            <a:r>
              <a:rPr b="1" lang="en-US" sz="1800">
                <a:solidFill>
                  <a:srgbClr val="FFFFFF"/>
                </a:solidFill>
                <a:latin typeface="Open Sans"/>
                <a:ea typeface="Open Sans"/>
                <a:cs typeface="Open Sans"/>
                <a:sym typeface="Open Sans"/>
              </a:rPr>
              <a:t>Device: </a:t>
            </a:r>
            <a:r>
              <a:rPr lang="en-US" sz="1800">
                <a:solidFill>
                  <a:srgbClr val="FFFFFF"/>
                </a:solidFill>
                <a:latin typeface="Open Sans"/>
                <a:ea typeface="Open Sans"/>
                <a:cs typeface="Open Sans"/>
                <a:sym typeface="Open Sans"/>
              </a:rPr>
              <a:t>il modello è fatto girare in locale, richiede quindi un hardware abbastanza performante da renderlo possibile.</a:t>
            </a:r>
            <a:endParaRPr sz="1800">
              <a:solidFill>
                <a:srgbClr val="FFFFFF"/>
              </a:solidFill>
              <a:latin typeface="Open Sans"/>
              <a:ea typeface="Open Sans"/>
              <a:cs typeface="Open Sans"/>
              <a:sym typeface="Open Sans"/>
            </a:endParaRPr>
          </a:p>
          <a:p>
            <a:pPr indent="0" lvl="0" marL="0" marR="0" rtl="0" algn="l">
              <a:lnSpc>
                <a:spcPct val="115000"/>
              </a:lnSpc>
              <a:spcBef>
                <a:spcPts val="0"/>
              </a:spcBef>
              <a:spcAft>
                <a:spcPts val="0"/>
              </a:spcAft>
              <a:buNone/>
            </a:pPr>
            <a:r>
              <a:t/>
            </a:r>
            <a:endParaRPr sz="1800">
              <a:solidFill>
                <a:srgbClr val="FFFFFF"/>
              </a:solidFill>
              <a:latin typeface="Open Sans"/>
              <a:ea typeface="Open Sans"/>
              <a:cs typeface="Open Sans"/>
              <a:sym typeface="Open Sans"/>
            </a:endParaRPr>
          </a:p>
          <a:p>
            <a:pPr indent="0" lvl="0" marL="0" marR="0" rtl="0" algn="l">
              <a:lnSpc>
                <a:spcPct val="115000"/>
              </a:lnSpc>
              <a:spcBef>
                <a:spcPts val="0"/>
              </a:spcBef>
              <a:spcAft>
                <a:spcPts val="0"/>
              </a:spcAft>
              <a:buNone/>
            </a:pPr>
            <a:r>
              <a:rPr i="1" lang="en-US" sz="1800">
                <a:solidFill>
                  <a:srgbClr val="FFFFFF"/>
                </a:solidFill>
                <a:latin typeface="Open Sans"/>
                <a:ea typeface="Open Sans"/>
                <a:cs typeface="Open Sans"/>
                <a:sym typeface="Open Sans"/>
              </a:rPr>
              <a:t>Test e sviluppo sono stati eseguiti su una macchina con AMD Ryzen 5 7535U e 16 GB di RAM.</a:t>
            </a:r>
            <a:endParaRPr i="1" sz="1800">
              <a:solidFill>
                <a:srgbClr val="FFFFFF"/>
              </a:solidFill>
              <a:latin typeface="Open Sans"/>
              <a:ea typeface="Open Sans"/>
              <a:cs typeface="Open Sans"/>
              <a:sym typeface="Open Sans"/>
            </a:endParaRPr>
          </a:p>
        </p:txBody>
      </p:sp>
      <p:grpSp>
        <p:nvGrpSpPr>
          <p:cNvPr id="318" name="Google Shape;318;p16"/>
          <p:cNvGrpSpPr/>
          <p:nvPr/>
        </p:nvGrpSpPr>
        <p:grpSpPr>
          <a:xfrm>
            <a:off x="6642788" y="2972787"/>
            <a:ext cx="4767473" cy="6094253"/>
            <a:chOff x="0" y="-47625"/>
            <a:chExt cx="780900" cy="1081500"/>
          </a:xfrm>
        </p:grpSpPr>
        <p:sp>
          <p:nvSpPr>
            <p:cNvPr id="319" name="Google Shape;319;p16"/>
            <p:cNvSpPr/>
            <p:nvPr/>
          </p:nvSpPr>
          <p:spPr>
            <a:xfrm>
              <a:off x="0" y="0"/>
              <a:ext cx="780822" cy="1033829"/>
            </a:xfrm>
            <a:custGeom>
              <a:rect b="b" l="l" r="r" t="t"/>
              <a:pathLst>
                <a:path extrusionOk="0" h="1033829" w="780822">
                  <a:moveTo>
                    <a:pt x="0" y="0"/>
                  </a:moveTo>
                  <a:lnTo>
                    <a:pt x="780822" y="0"/>
                  </a:lnTo>
                  <a:lnTo>
                    <a:pt x="780822" y="1033829"/>
                  </a:lnTo>
                  <a:lnTo>
                    <a:pt x="0" y="1033829"/>
                  </a:lnTo>
                  <a:close/>
                </a:path>
              </a:pathLst>
            </a:custGeom>
            <a:solidFill>
              <a:srgbClr val="B62C16"/>
            </a:solidFill>
            <a:ln>
              <a:noFill/>
            </a:ln>
          </p:spPr>
        </p:sp>
        <p:sp>
          <p:nvSpPr>
            <p:cNvPr id="320" name="Google Shape;320;p16"/>
            <p:cNvSpPr txBox="1"/>
            <p:nvPr/>
          </p:nvSpPr>
          <p:spPr>
            <a:xfrm>
              <a:off x="0" y="-47625"/>
              <a:ext cx="780900" cy="10815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21" name="Google Shape;321;p16"/>
          <p:cNvGrpSpPr/>
          <p:nvPr/>
        </p:nvGrpSpPr>
        <p:grpSpPr>
          <a:xfrm>
            <a:off x="6726412" y="3094637"/>
            <a:ext cx="4969307" cy="6094252"/>
            <a:chOff x="0" y="-47625"/>
            <a:chExt cx="780822" cy="1081500"/>
          </a:xfrm>
        </p:grpSpPr>
        <p:sp>
          <p:nvSpPr>
            <p:cNvPr id="322" name="Google Shape;322;p16"/>
            <p:cNvSpPr/>
            <p:nvPr/>
          </p:nvSpPr>
          <p:spPr>
            <a:xfrm>
              <a:off x="0" y="0"/>
              <a:ext cx="780822" cy="1033829"/>
            </a:xfrm>
            <a:custGeom>
              <a:rect b="b" l="l" r="r" t="t"/>
              <a:pathLst>
                <a:path extrusionOk="0" h="1033829" w="780822">
                  <a:moveTo>
                    <a:pt x="0" y="0"/>
                  </a:moveTo>
                  <a:lnTo>
                    <a:pt x="780822" y="0"/>
                  </a:lnTo>
                  <a:lnTo>
                    <a:pt x="780822" y="1033829"/>
                  </a:lnTo>
                  <a:lnTo>
                    <a:pt x="0" y="1033829"/>
                  </a:lnTo>
                  <a:close/>
                </a:path>
              </a:pathLst>
            </a:custGeom>
            <a:solidFill>
              <a:srgbClr val="000000">
                <a:alpha val="0"/>
              </a:srgbClr>
            </a:solidFill>
            <a:ln cap="sq" cmpd="sng" w="47625">
              <a:solidFill>
                <a:srgbClr val="000000"/>
              </a:solidFill>
              <a:prstDash val="solid"/>
              <a:miter lim="8000"/>
              <a:headEnd len="sm" w="sm" type="none"/>
              <a:tailEnd len="sm" w="sm" type="none"/>
            </a:ln>
          </p:spPr>
        </p:sp>
        <p:sp>
          <p:nvSpPr>
            <p:cNvPr id="323" name="Google Shape;323;p16"/>
            <p:cNvSpPr txBox="1"/>
            <p:nvPr/>
          </p:nvSpPr>
          <p:spPr>
            <a:xfrm>
              <a:off x="0" y="-47625"/>
              <a:ext cx="542100" cy="10815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24" name="Google Shape;324;p16"/>
          <p:cNvSpPr txBox="1"/>
          <p:nvPr/>
        </p:nvSpPr>
        <p:spPr>
          <a:xfrm>
            <a:off x="6934400" y="3491550"/>
            <a:ext cx="4211700" cy="56937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800">
                <a:solidFill>
                  <a:schemeClr val="lt1"/>
                </a:solidFill>
                <a:latin typeface="Open Sans"/>
                <a:ea typeface="Open Sans"/>
                <a:cs typeface="Open Sans"/>
                <a:sym typeface="Open Sans"/>
              </a:rPr>
              <a:t>Prestazioni: </a:t>
            </a:r>
            <a:r>
              <a:rPr lang="en-US" sz="1800">
                <a:solidFill>
                  <a:schemeClr val="lt1"/>
                </a:solidFill>
                <a:latin typeface="Open Sans"/>
                <a:ea typeface="Open Sans"/>
                <a:cs typeface="Open Sans"/>
                <a:sym typeface="Open Sans"/>
              </a:rPr>
              <a:t>Il sistema deve processare i dati di una scansione e generare risposte in tempi ragionevoli.</a:t>
            </a:r>
            <a:endParaRPr sz="1800">
              <a:solidFill>
                <a:schemeClr val="lt1"/>
              </a:solidFill>
              <a:latin typeface="Open Sans"/>
              <a:ea typeface="Open Sans"/>
              <a:cs typeface="Open Sans"/>
              <a:sym typeface="Open Sans"/>
            </a:endParaRPr>
          </a:p>
          <a:p>
            <a:pPr indent="0" lvl="0" marL="0" marR="0" rtl="0" algn="l">
              <a:lnSpc>
                <a:spcPct val="115000"/>
              </a:lnSpc>
              <a:spcBef>
                <a:spcPts val="0"/>
              </a:spcBef>
              <a:spcAft>
                <a:spcPts val="0"/>
              </a:spcAft>
              <a:buNone/>
            </a:pPr>
            <a:r>
              <a:t/>
            </a:r>
            <a:endParaRPr sz="1800">
              <a:solidFill>
                <a:schemeClr val="lt1"/>
              </a:solidFill>
              <a:latin typeface="Open Sans"/>
              <a:ea typeface="Open Sans"/>
              <a:cs typeface="Open Sans"/>
              <a:sym typeface="Open Sans"/>
            </a:endParaRPr>
          </a:p>
          <a:p>
            <a:pPr indent="0" lvl="0" marL="0" marR="0" rtl="0" algn="l">
              <a:lnSpc>
                <a:spcPct val="115000"/>
              </a:lnSpc>
              <a:spcBef>
                <a:spcPts val="0"/>
              </a:spcBef>
              <a:spcAft>
                <a:spcPts val="0"/>
              </a:spcAft>
              <a:buNone/>
            </a:pPr>
            <a:r>
              <a:rPr b="1" lang="en-US" sz="1800">
                <a:solidFill>
                  <a:schemeClr val="lt1"/>
                </a:solidFill>
                <a:latin typeface="Open Sans"/>
                <a:ea typeface="Open Sans"/>
                <a:cs typeface="Open Sans"/>
                <a:sym typeface="Open Sans"/>
              </a:rPr>
              <a:t>Scalabilità: </a:t>
            </a:r>
            <a:r>
              <a:rPr lang="en-US" sz="1800">
                <a:solidFill>
                  <a:schemeClr val="lt1"/>
                </a:solidFill>
                <a:latin typeface="Open Sans"/>
                <a:ea typeface="Open Sans"/>
                <a:cs typeface="Open Sans"/>
                <a:sym typeface="Open Sans"/>
              </a:rPr>
              <a:t>Deve essere facilmente estendibile per includere nuovi tipi di vulnerabilità e strumenti di scansione.</a:t>
            </a:r>
            <a:endParaRPr sz="1800">
              <a:solidFill>
                <a:schemeClr val="lt1"/>
              </a:solidFill>
              <a:latin typeface="Open Sans"/>
              <a:ea typeface="Open Sans"/>
              <a:cs typeface="Open Sans"/>
              <a:sym typeface="Open Sans"/>
            </a:endParaRPr>
          </a:p>
          <a:p>
            <a:pPr indent="0" lvl="0" marL="0" marR="0" rtl="0" algn="l">
              <a:lnSpc>
                <a:spcPct val="115000"/>
              </a:lnSpc>
              <a:spcBef>
                <a:spcPts val="0"/>
              </a:spcBef>
              <a:spcAft>
                <a:spcPts val="0"/>
              </a:spcAft>
              <a:buNone/>
            </a:pPr>
            <a:r>
              <a:t/>
            </a:r>
            <a:endParaRPr sz="1800">
              <a:solidFill>
                <a:schemeClr val="lt1"/>
              </a:solidFill>
              <a:latin typeface="Open Sans"/>
              <a:ea typeface="Open Sans"/>
              <a:cs typeface="Open Sans"/>
              <a:sym typeface="Open Sans"/>
            </a:endParaRPr>
          </a:p>
          <a:p>
            <a:pPr indent="0" lvl="0" marL="0" marR="0" rtl="0" algn="l">
              <a:lnSpc>
                <a:spcPct val="115000"/>
              </a:lnSpc>
              <a:spcBef>
                <a:spcPts val="0"/>
              </a:spcBef>
              <a:spcAft>
                <a:spcPts val="0"/>
              </a:spcAft>
              <a:buNone/>
            </a:pPr>
            <a:r>
              <a:rPr b="1" lang="en-US" sz="1800">
                <a:solidFill>
                  <a:schemeClr val="lt1"/>
                </a:solidFill>
                <a:latin typeface="Open Sans"/>
                <a:ea typeface="Open Sans"/>
                <a:cs typeface="Open Sans"/>
                <a:sym typeface="Open Sans"/>
              </a:rPr>
              <a:t>Usabilità: </a:t>
            </a:r>
            <a:r>
              <a:rPr lang="en-US" sz="1800">
                <a:solidFill>
                  <a:schemeClr val="lt1"/>
                </a:solidFill>
                <a:latin typeface="Open Sans"/>
                <a:ea typeface="Open Sans"/>
                <a:cs typeface="Open Sans"/>
                <a:sym typeface="Open Sans"/>
              </a:rPr>
              <a:t>Output chiaro e facilmente leggibile, in particolare per pentester o analisti.</a:t>
            </a:r>
            <a:endParaRPr sz="1800">
              <a:solidFill>
                <a:schemeClr val="lt1"/>
              </a:solidFill>
              <a:latin typeface="Open Sans"/>
              <a:ea typeface="Open Sans"/>
              <a:cs typeface="Open Sans"/>
              <a:sym typeface="Open Sans"/>
            </a:endParaRPr>
          </a:p>
          <a:p>
            <a:pPr indent="0" lvl="0" marL="0" marR="0" rtl="0" algn="l">
              <a:lnSpc>
                <a:spcPct val="115000"/>
              </a:lnSpc>
              <a:spcBef>
                <a:spcPts val="0"/>
              </a:spcBef>
              <a:spcAft>
                <a:spcPts val="0"/>
              </a:spcAft>
              <a:buNone/>
            </a:pPr>
            <a:r>
              <a:t/>
            </a:r>
            <a:endParaRPr sz="1800">
              <a:solidFill>
                <a:schemeClr val="lt1"/>
              </a:solidFill>
              <a:latin typeface="Open Sans"/>
              <a:ea typeface="Open Sans"/>
              <a:cs typeface="Open Sans"/>
              <a:sym typeface="Open Sans"/>
            </a:endParaRPr>
          </a:p>
          <a:p>
            <a:pPr indent="0" lvl="0" marL="0" marR="0" rtl="0" algn="l">
              <a:lnSpc>
                <a:spcPct val="115000"/>
              </a:lnSpc>
              <a:spcBef>
                <a:spcPts val="0"/>
              </a:spcBef>
              <a:spcAft>
                <a:spcPts val="0"/>
              </a:spcAft>
              <a:buNone/>
            </a:pPr>
            <a:r>
              <a:rPr b="1" lang="en-US" sz="1800">
                <a:solidFill>
                  <a:schemeClr val="lt1"/>
                </a:solidFill>
                <a:latin typeface="Open Sans"/>
                <a:ea typeface="Open Sans"/>
                <a:cs typeface="Open Sans"/>
                <a:sym typeface="Open Sans"/>
              </a:rPr>
              <a:t>Affidabilità: </a:t>
            </a:r>
            <a:r>
              <a:rPr lang="en-US" sz="1800">
                <a:solidFill>
                  <a:schemeClr val="lt1"/>
                </a:solidFill>
                <a:latin typeface="Open Sans"/>
                <a:ea typeface="Open Sans"/>
                <a:cs typeface="Open Sans"/>
                <a:sym typeface="Open Sans"/>
              </a:rPr>
              <a:t>Deve fornire risultati accurati in termini di gravità delle vulnerabilità rilevate.</a:t>
            </a:r>
            <a:endParaRPr sz="1800">
              <a:solidFill>
                <a:schemeClr val="lt1"/>
              </a:solidFill>
              <a:latin typeface="Open Sans"/>
              <a:ea typeface="Open Sans"/>
              <a:cs typeface="Open Sans"/>
              <a:sym typeface="Open Sans"/>
            </a:endParaRPr>
          </a:p>
          <a:p>
            <a:pPr indent="0" lvl="0" marL="0" marR="0" rtl="0" algn="l">
              <a:lnSpc>
                <a:spcPct val="115000"/>
              </a:lnSpc>
              <a:spcBef>
                <a:spcPts val="0"/>
              </a:spcBef>
              <a:spcAft>
                <a:spcPts val="0"/>
              </a:spcAft>
              <a:buNone/>
            </a:pPr>
            <a:r>
              <a:t/>
            </a:r>
            <a:endParaRPr sz="1800">
              <a:solidFill>
                <a:schemeClr val="lt1"/>
              </a:solidFill>
              <a:latin typeface="Open Sans"/>
              <a:ea typeface="Open Sans"/>
              <a:cs typeface="Open Sans"/>
              <a:sym typeface="Open Sans"/>
            </a:endParaRPr>
          </a:p>
          <a:p>
            <a:pPr indent="0" lvl="0" marL="0" marR="0" rtl="0" algn="l">
              <a:lnSpc>
                <a:spcPct val="115000"/>
              </a:lnSpc>
              <a:spcBef>
                <a:spcPts val="0"/>
              </a:spcBef>
              <a:spcAft>
                <a:spcPts val="0"/>
              </a:spcAft>
              <a:buNone/>
            </a:pPr>
            <a:r>
              <a:t/>
            </a:r>
            <a:endParaRPr sz="1800">
              <a:solidFill>
                <a:schemeClr val="lt1"/>
              </a:solidFill>
              <a:latin typeface="Open Sans"/>
              <a:ea typeface="Open Sans"/>
              <a:cs typeface="Open Sans"/>
              <a:sym typeface="Open Sans"/>
            </a:endParaRPr>
          </a:p>
          <a:p>
            <a:pPr indent="0" lvl="0" marL="0" marR="0" rtl="0" algn="l">
              <a:lnSpc>
                <a:spcPct val="115000"/>
              </a:lnSpc>
              <a:spcBef>
                <a:spcPts val="0"/>
              </a:spcBef>
              <a:spcAft>
                <a:spcPts val="0"/>
              </a:spcAft>
              <a:buNone/>
            </a:pPr>
            <a:r>
              <a:t/>
            </a:r>
            <a:endParaRPr b="1" sz="1800">
              <a:solidFill>
                <a:schemeClr val="lt1"/>
              </a:solidFill>
              <a:latin typeface="Open Sans"/>
              <a:ea typeface="Open Sans"/>
              <a:cs typeface="Open Sans"/>
              <a:sym typeface="Open Sans"/>
            </a:endParaRPr>
          </a:p>
        </p:txBody>
      </p:sp>
      <p:pic>
        <p:nvPicPr>
          <p:cNvPr id="325" name="Google Shape;325;p16"/>
          <p:cNvPicPr preferRelativeResize="0"/>
          <p:nvPr/>
        </p:nvPicPr>
        <p:blipFill>
          <a:blip r:embed="rId7">
            <a:alphaModFix/>
          </a:blip>
          <a:stretch>
            <a:fillRect/>
          </a:stretch>
        </p:blipFill>
        <p:spPr>
          <a:xfrm>
            <a:off x="16562638" y="5388855"/>
            <a:ext cx="1687100" cy="531803"/>
          </a:xfrm>
          <a:prstGeom prst="rect">
            <a:avLst/>
          </a:prstGeom>
          <a:noFill/>
          <a:ln>
            <a:noFill/>
          </a:ln>
        </p:spPr>
      </p:pic>
      <p:pic>
        <p:nvPicPr>
          <p:cNvPr id="326" name="Google Shape;326;p16"/>
          <p:cNvPicPr preferRelativeResize="0"/>
          <p:nvPr/>
        </p:nvPicPr>
        <p:blipFill>
          <a:blip r:embed="rId7">
            <a:alphaModFix/>
          </a:blip>
          <a:stretch>
            <a:fillRect/>
          </a:stretch>
        </p:blipFill>
        <p:spPr>
          <a:xfrm>
            <a:off x="233888" y="228355"/>
            <a:ext cx="1687100" cy="531803"/>
          </a:xfrm>
          <a:prstGeom prst="rect">
            <a:avLst/>
          </a:prstGeom>
          <a:noFill/>
          <a:ln>
            <a:noFill/>
          </a:ln>
        </p:spPr>
      </p:pic>
      <p:sp>
        <p:nvSpPr>
          <p:cNvPr id="327" name="Google Shape;327;p16"/>
          <p:cNvSpPr txBox="1"/>
          <p:nvPr/>
        </p:nvSpPr>
        <p:spPr>
          <a:xfrm>
            <a:off x="6541813" y="2462575"/>
            <a:ext cx="5126400" cy="615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US" sz="4000">
                <a:latin typeface="Archivo Black"/>
                <a:ea typeface="Archivo Black"/>
                <a:cs typeface="Archivo Black"/>
                <a:sym typeface="Archivo Black"/>
              </a:rPr>
              <a:t>NON </a:t>
            </a:r>
            <a:r>
              <a:rPr lang="en-US" sz="4000">
                <a:latin typeface="Archivo Black"/>
                <a:ea typeface="Archivo Black"/>
                <a:cs typeface="Archivo Black"/>
                <a:sym typeface="Archivo Black"/>
              </a:rPr>
              <a:t>FUNZIONALI</a:t>
            </a:r>
            <a:endParaRPr sz="100"/>
          </a:p>
        </p:txBody>
      </p:sp>
      <p:sp>
        <p:nvSpPr>
          <p:cNvPr id="328" name="Google Shape;328;p16"/>
          <p:cNvSpPr txBox="1"/>
          <p:nvPr/>
        </p:nvSpPr>
        <p:spPr>
          <a:xfrm>
            <a:off x="12319063" y="2554763"/>
            <a:ext cx="5126400" cy="615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US" sz="4000">
                <a:latin typeface="Archivo Black"/>
                <a:ea typeface="Archivo Black"/>
                <a:cs typeface="Archivo Black"/>
                <a:sym typeface="Archivo Black"/>
              </a:rPr>
              <a:t>TECNICI</a:t>
            </a:r>
            <a:endParaRPr sz="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17"/>
          <p:cNvSpPr/>
          <p:nvPr/>
        </p:nvSpPr>
        <p:spPr>
          <a:xfrm rot="5400000">
            <a:off x="16469565" y="8944212"/>
            <a:ext cx="475647" cy="1103822"/>
          </a:xfrm>
          <a:custGeom>
            <a:rect b="b" l="l" r="r" t="t"/>
            <a:pathLst>
              <a:path extrusionOk="0" h="1103822" w="475647">
                <a:moveTo>
                  <a:pt x="0" y="0"/>
                </a:moveTo>
                <a:lnTo>
                  <a:pt x="475647" y="0"/>
                </a:lnTo>
                <a:lnTo>
                  <a:pt x="475647" y="1103823"/>
                </a:lnTo>
                <a:lnTo>
                  <a:pt x="0" y="1103823"/>
                </a:lnTo>
                <a:lnTo>
                  <a:pt x="0" y="0"/>
                </a:lnTo>
                <a:close/>
              </a:path>
            </a:pathLst>
          </a:custGeom>
          <a:blipFill rotWithShape="1">
            <a:blip r:embed="rId3">
              <a:alphaModFix/>
            </a:blip>
            <a:stretch>
              <a:fillRect b="0" l="0" r="0" t="0"/>
            </a:stretch>
          </a:blipFill>
          <a:ln>
            <a:noFill/>
          </a:ln>
        </p:spPr>
      </p:sp>
      <p:sp>
        <p:nvSpPr>
          <p:cNvPr id="334" name="Google Shape;334;p17"/>
          <p:cNvSpPr/>
          <p:nvPr/>
        </p:nvSpPr>
        <p:spPr>
          <a:xfrm rot="-5400000">
            <a:off x="1342788" y="8944212"/>
            <a:ext cx="475647" cy="1103822"/>
          </a:xfrm>
          <a:custGeom>
            <a:rect b="b" l="l" r="r" t="t"/>
            <a:pathLst>
              <a:path extrusionOk="0" h="1103822" w="475647">
                <a:moveTo>
                  <a:pt x="0" y="0"/>
                </a:moveTo>
                <a:lnTo>
                  <a:pt x="475647" y="0"/>
                </a:lnTo>
                <a:lnTo>
                  <a:pt x="475647" y="1103823"/>
                </a:lnTo>
                <a:lnTo>
                  <a:pt x="0" y="1103823"/>
                </a:lnTo>
                <a:lnTo>
                  <a:pt x="0" y="0"/>
                </a:lnTo>
                <a:close/>
              </a:path>
            </a:pathLst>
          </a:custGeom>
          <a:blipFill rotWithShape="1">
            <a:blip r:embed="rId3">
              <a:alphaModFix/>
            </a:blip>
            <a:stretch>
              <a:fillRect b="0" l="0" r="0" t="0"/>
            </a:stretch>
          </a:blipFill>
          <a:ln>
            <a:noFill/>
          </a:ln>
        </p:spPr>
      </p:sp>
      <p:grpSp>
        <p:nvGrpSpPr>
          <p:cNvPr id="335" name="Google Shape;335;p17"/>
          <p:cNvGrpSpPr/>
          <p:nvPr/>
        </p:nvGrpSpPr>
        <p:grpSpPr>
          <a:xfrm>
            <a:off x="-6862983" y="-180826"/>
            <a:ext cx="12407375" cy="2685404"/>
            <a:chOff x="0" y="-47625"/>
            <a:chExt cx="3267786" cy="707267"/>
          </a:xfrm>
        </p:grpSpPr>
        <p:sp>
          <p:nvSpPr>
            <p:cNvPr id="336" name="Google Shape;336;p17"/>
            <p:cNvSpPr/>
            <p:nvPr/>
          </p:nvSpPr>
          <p:spPr>
            <a:xfrm>
              <a:off x="0" y="0"/>
              <a:ext cx="3267786" cy="659642"/>
            </a:xfrm>
            <a:custGeom>
              <a:rect b="b" l="l" r="r" t="t"/>
              <a:pathLst>
                <a:path extrusionOk="0" h="659642" w="3267786">
                  <a:moveTo>
                    <a:pt x="0" y="0"/>
                  </a:moveTo>
                  <a:lnTo>
                    <a:pt x="3267786" y="0"/>
                  </a:lnTo>
                  <a:lnTo>
                    <a:pt x="3267786" y="659642"/>
                  </a:lnTo>
                  <a:lnTo>
                    <a:pt x="0" y="659642"/>
                  </a:lnTo>
                  <a:close/>
                </a:path>
              </a:pathLst>
            </a:custGeom>
            <a:solidFill>
              <a:srgbClr val="B62C16"/>
            </a:solidFill>
            <a:ln>
              <a:noFill/>
            </a:ln>
          </p:spPr>
        </p:sp>
        <p:sp>
          <p:nvSpPr>
            <p:cNvPr id="337" name="Google Shape;337;p17"/>
            <p:cNvSpPr txBox="1"/>
            <p:nvPr/>
          </p:nvSpPr>
          <p:spPr>
            <a:xfrm>
              <a:off x="0" y="-47625"/>
              <a:ext cx="3267786" cy="707267"/>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38" name="Google Shape;338;p17"/>
          <p:cNvSpPr txBox="1"/>
          <p:nvPr/>
        </p:nvSpPr>
        <p:spPr>
          <a:xfrm>
            <a:off x="1028700" y="1143000"/>
            <a:ext cx="4691400" cy="1077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7000">
                <a:solidFill>
                  <a:srgbClr val="FFFFFF"/>
                </a:solidFill>
                <a:latin typeface="Archivo Black"/>
                <a:ea typeface="Archivo Black"/>
                <a:cs typeface="Archivo Black"/>
                <a:sym typeface="Archivo Black"/>
              </a:rPr>
              <a:t>ANALISI</a:t>
            </a:r>
            <a:endParaRPr/>
          </a:p>
        </p:txBody>
      </p:sp>
      <p:sp>
        <p:nvSpPr>
          <p:cNvPr id="339" name="Google Shape;339;p17"/>
          <p:cNvSpPr txBox="1"/>
          <p:nvPr/>
        </p:nvSpPr>
        <p:spPr>
          <a:xfrm>
            <a:off x="5720176" y="1143000"/>
            <a:ext cx="5628300" cy="1077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7000">
                <a:latin typeface="Archivo Black"/>
                <a:ea typeface="Archivo Black"/>
                <a:cs typeface="Archivo Black"/>
                <a:sym typeface="Archivo Black"/>
              </a:rPr>
              <a:t>DEI RISCHI</a:t>
            </a:r>
            <a:endParaRPr/>
          </a:p>
        </p:txBody>
      </p:sp>
      <p:cxnSp>
        <p:nvCxnSpPr>
          <p:cNvPr id="340" name="Google Shape;340;p17"/>
          <p:cNvCxnSpPr/>
          <p:nvPr/>
        </p:nvCxnSpPr>
        <p:spPr>
          <a:xfrm>
            <a:off x="16022116" y="615919"/>
            <a:ext cx="5163300" cy="0"/>
          </a:xfrm>
          <a:prstGeom prst="straightConnector1">
            <a:avLst/>
          </a:prstGeom>
          <a:noFill/>
          <a:ln cap="flat" cmpd="sng" w="28575">
            <a:solidFill>
              <a:srgbClr val="C2C2C2"/>
            </a:solidFill>
            <a:prstDash val="solid"/>
            <a:round/>
            <a:headEnd len="sm" w="sm" type="none"/>
            <a:tailEnd len="sm" w="sm" type="none"/>
          </a:ln>
        </p:spPr>
      </p:cxnSp>
      <p:cxnSp>
        <p:nvCxnSpPr>
          <p:cNvPr id="341" name="Google Shape;341;p17"/>
          <p:cNvCxnSpPr/>
          <p:nvPr/>
        </p:nvCxnSpPr>
        <p:spPr>
          <a:xfrm>
            <a:off x="16022116" y="1421224"/>
            <a:ext cx="5163300" cy="0"/>
          </a:xfrm>
          <a:prstGeom prst="straightConnector1">
            <a:avLst/>
          </a:prstGeom>
          <a:noFill/>
          <a:ln cap="flat" cmpd="sng" w="28575">
            <a:solidFill>
              <a:srgbClr val="C2C2C2"/>
            </a:solidFill>
            <a:prstDash val="solid"/>
            <a:round/>
            <a:headEnd len="sm" w="sm" type="none"/>
            <a:tailEnd len="sm" w="sm" type="none"/>
          </a:ln>
        </p:spPr>
      </p:cxnSp>
      <p:cxnSp>
        <p:nvCxnSpPr>
          <p:cNvPr id="342" name="Google Shape;342;p17"/>
          <p:cNvCxnSpPr/>
          <p:nvPr/>
        </p:nvCxnSpPr>
        <p:spPr>
          <a:xfrm>
            <a:off x="16022116" y="2226529"/>
            <a:ext cx="5163300" cy="0"/>
          </a:xfrm>
          <a:prstGeom prst="straightConnector1">
            <a:avLst/>
          </a:prstGeom>
          <a:noFill/>
          <a:ln cap="flat" cmpd="sng" w="28575">
            <a:solidFill>
              <a:srgbClr val="C2C2C2"/>
            </a:solidFill>
            <a:prstDash val="solid"/>
            <a:round/>
            <a:headEnd len="sm" w="sm" type="none"/>
            <a:tailEnd len="sm" w="sm" type="none"/>
          </a:ln>
        </p:spPr>
      </p:cxnSp>
      <p:cxnSp>
        <p:nvCxnSpPr>
          <p:cNvPr id="343" name="Google Shape;343;p17"/>
          <p:cNvCxnSpPr/>
          <p:nvPr/>
        </p:nvCxnSpPr>
        <p:spPr>
          <a:xfrm>
            <a:off x="17465076" y="-1359064"/>
            <a:ext cx="0" cy="4389900"/>
          </a:xfrm>
          <a:prstGeom prst="straightConnector1">
            <a:avLst/>
          </a:prstGeom>
          <a:noFill/>
          <a:ln cap="flat" cmpd="sng" w="28575">
            <a:solidFill>
              <a:srgbClr val="C2C2C2"/>
            </a:solidFill>
            <a:prstDash val="solid"/>
            <a:round/>
            <a:headEnd len="sm" w="sm" type="none"/>
            <a:tailEnd len="sm" w="sm" type="none"/>
          </a:ln>
        </p:spPr>
      </p:cxnSp>
      <p:cxnSp>
        <p:nvCxnSpPr>
          <p:cNvPr id="344" name="Google Shape;344;p17"/>
          <p:cNvCxnSpPr/>
          <p:nvPr/>
        </p:nvCxnSpPr>
        <p:spPr>
          <a:xfrm>
            <a:off x="16558642" y="-1359064"/>
            <a:ext cx="0" cy="4389900"/>
          </a:xfrm>
          <a:prstGeom prst="straightConnector1">
            <a:avLst/>
          </a:prstGeom>
          <a:noFill/>
          <a:ln cap="flat" cmpd="sng" w="28575">
            <a:solidFill>
              <a:srgbClr val="C2C2C2"/>
            </a:solidFill>
            <a:prstDash val="solid"/>
            <a:round/>
            <a:headEnd len="sm" w="sm" type="none"/>
            <a:tailEnd len="sm" w="sm" type="none"/>
          </a:ln>
        </p:spPr>
      </p:cxnSp>
      <p:cxnSp>
        <p:nvCxnSpPr>
          <p:cNvPr id="345" name="Google Shape;345;p17"/>
          <p:cNvCxnSpPr/>
          <p:nvPr/>
        </p:nvCxnSpPr>
        <p:spPr>
          <a:xfrm>
            <a:off x="16022128" y="436299"/>
            <a:ext cx="5163262" cy="0"/>
          </a:xfrm>
          <a:prstGeom prst="straightConnector1">
            <a:avLst/>
          </a:prstGeom>
          <a:noFill/>
          <a:ln cap="flat" cmpd="sng" w="28575">
            <a:solidFill>
              <a:srgbClr val="C2C2C2"/>
            </a:solidFill>
            <a:prstDash val="solid"/>
            <a:round/>
            <a:headEnd len="sm" w="sm" type="none"/>
            <a:tailEnd len="sm" w="sm" type="none"/>
          </a:ln>
        </p:spPr>
      </p:cxnSp>
      <p:pic>
        <p:nvPicPr>
          <p:cNvPr id="346" name="Google Shape;346;p17"/>
          <p:cNvPicPr preferRelativeResize="0"/>
          <p:nvPr/>
        </p:nvPicPr>
        <p:blipFill>
          <a:blip r:embed="rId4">
            <a:alphaModFix/>
          </a:blip>
          <a:stretch>
            <a:fillRect/>
          </a:stretch>
        </p:blipFill>
        <p:spPr>
          <a:xfrm>
            <a:off x="707888" y="452205"/>
            <a:ext cx="1687100" cy="531803"/>
          </a:xfrm>
          <a:prstGeom prst="rect">
            <a:avLst/>
          </a:prstGeom>
          <a:noFill/>
          <a:ln>
            <a:noFill/>
          </a:ln>
        </p:spPr>
      </p:pic>
      <p:pic>
        <p:nvPicPr>
          <p:cNvPr id="347" name="Google Shape;347;p17"/>
          <p:cNvPicPr preferRelativeResize="0"/>
          <p:nvPr/>
        </p:nvPicPr>
        <p:blipFill>
          <a:blip r:embed="rId5">
            <a:alphaModFix/>
          </a:blip>
          <a:stretch>
            <a:fillRect/>
          </a:stretch>
        </p:blipFill>
        <p:spPr>
          <a:xfrm>
            <a:off x="17708710" y="763977"/>
            <a:ext cx="1424727" cy="1314500"/>
          </a:xfrm>
          <a:prstGeom prst="rect">
            <a:avLst/>
          </a:prstGeom>
          <a:noFill/>
          <a:ln>
            <a:noFill/>
          </a:ln>
        </p:spPr>
      </p:pic>
      <p:pic>
        <p:nvPicPr>
          <p:cNvPr id="348" name="Google Shape;348;p17"/>
          <p:cNvPicPr preferRelativeResize="0"/>
          <p:nvPr/>
        </p:nvPicPr>
        <p:blipFill>
          <a:blip r:embed="rId6">
            <a:alphaModFix/>
          </a:blip>
          <a:stretch>
            <a:fillRect/>
          </a:stretch>
        </p:blipFill>
        <p:spPr>
          <a:xfrm>
            <a:off x="12754051" y="3550"/>
            <a:ext cx="7315200" cy="451104"/>
          </a:xfrm>
          <a:prstGeom prst="rect">
            <a:avLst/>
          </a:prstGeom>
          <a:noFill/>
          <a:ln>
            <a:noFill/>
          </a:ln>
        </p:spPr>
      </p:pic>
      <p:graphicFrame>
        <p:nvGraphicFramePr>
          <p:cNvPr id="349" name="Google Shape;349;p17"/>
          <p:cNvGraphicFramePr/>
          <p:nvPr/>
        </p:nvGraphicFramePr>
        <p:xfrm>
          <a:off x="952500" y="3895550"/>
          <a:ext cx="3000000" cy="3000000"/>
        </p:xfrm>
        <a:graphic>
          <a:graphicData uri="http://schemas.openxmlformats.org/drawingml/2006/table">
            <a:tbl>
              <a:tblPr>
                <a:noFill/>
                <a:tableStyleId>{DCCA53EE-7769-41B1-AFAA-EF9323C25393}</a:tableStyleId>
              </a:tblPr>
              <a:tblGrid>
                <a:gridCol w="4095750"/>
                <a:gridCol w="4095750"/>
                <a:gridCol w="4095750"/>
                <a:gridCol w="4095750"/>
              </a:tblGrid>
              <a:tr h="381000">
                <a:tc>
                  <a:txBody>
                    <a:bodyPr/>
                    <a:lstStyle/>
                    <a:p>
                      <a:pPr indent="0" lvl="0" marL="0" rtl="0" algn="l">
                        <a:spcBef>
                          <a:spcPts val="0"/>
                        </a:spcBef>
                        <a:spcAft>
                          <a:spcPts val="0"/>
                        </a:spcAft>
                        <a:buNone/>
                      </a:pPr>
                      <a:r>
                        <a:rPr lang="en-US" sz="3000">
                          <a:solidFill>
                            <a:schemeClr val="lt1"/>
                          </a:solidFill>
                          <a:latin typeface="Archivo Black"/>
                          <a:ea typeface="Archivo Black"/>
                          <a:cs typeface="Archivo Black"/>
                          <a:sym typeface="Archivo Black"/>
                        </a:rPr>
                        <a:t>RISCHIO</a:t>
                      </a:r>
                      <a:endParaRPr sz="3000">
                        <a:solidFill>
                          <a:schemeClr val="lt1"/>
                        </a:solidFill>
                        <a:latin typeface="Archivo Black"/>
                        <a:ea typeface="Archivo Black"/>
                        <a:cs typeface="Archivo Black"/>
                        <a:sym typeface="Archivo Black"/>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US" sz="3000">
                          <a:solidFill>
                            <a:schemeClr val="lt1"/>
                          </a:solidFill>
                          <a:latin typeface="Archivo Black"/>
                          <a:ea typeface="Archivo Black"/>
                          <a:cs typeface="Archivo Black"/>
                          <a:sym typeface="Archivo Black"/>
                        </a:rPr>
                        <a:t>PROBABILITA’</a:t>
                      </a:r>
                      <a:endParaRPr sz="3000">
                        <a:solidFill>
                          <a:schemeClr val="lt1"/>
                        </a:solidFill>
                        <a:latin typeface="Archivo Black"/>
                        <a:ea typeface="Archivo Black"/>
                        <a:cs typeface="Archivo Black"/>
                        <a:sym typeface="Archivo Black"/>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US" sz="3000">
                          <a:solidFill>
                            <a:schemeClr val="lt1"/>
                          </a:solidFill>
                          <a:latin typeface="Archivo Black"/>
                          <a:ea typeface="Archivo Black"/>
                          <a:cs typeface="Archivo Black"/>
                          <a:sym typeface="Archivo Black"/>
                        </a:rPr>
                        <a:t>IMPATTO</a:t>
                      </a:r>
                      <a:endParaRPr sz="3000">
                        <a:solidFill>
                          <a:schemeClr val="lt1"/>
                        </a:solidFill>
                        <a:latin typeface="Archivo Black"/>
                        <a:ea typeface="Archivo Black"/>
                        <a:cs typeface="Archivo Black"/>
                        <a:sym typeface="Archivo Black"/>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US" sz="3000">
                          <a:solidFill>
                            <a:schemeClr val="lt1"/>
                          </a:solidFill>
                          <a:latin typeface="Archivo Black"/>
                          <a:ea typeface="Archivo Black"/>
                          <a:cs typeface="Archivo Black"/>
                          <a:sym typeface="Archivo Black"/>
                        </a:rPr>
                        <a:t>MITIGAZIONE</a:t>
                      </a:r>
                      <a:endParaRPr sz="3000">
                        <a:solidFill>
                          <a:schemeClr val="lt1"/>
                        </a:solidFill>
                        <a:latin typeface="Archivo Black"/>
                        <a:ea typeface="Archivo Black"/>
                        <a:cs typeface="Archivo Black"/>
                        <a:sym typeface="Archivo Black"/>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r h="381000">
                <a:tc>
                  <a:txBody>
                    <a:bodyPr/>
                    <a:lstStyle/>
                    <a:p>
                      <a:pPr indent="0" lvl="0" marL="0" rtl="0" algn="l">
                        <a:spcBef>
                          <a:spcPts val="0"/>
                        </a:spcBef>
                        <a:spcAft>
                          <a:spcPts val="0"/>
                        </a:spcAft>
                        <a:buNone/>
                      </a:pPr>
                      <a:r>
                        <a:rPr lang="en-US">
                          <a:latin typeface="Open Sans"/>
                          <a:ea typeface="Open Sans"/>
                          <a:cs typeface="Open Sans"/>
                          <a:sym typeface="Open Sans"/>
                        </a:rPr>
                        <a:t>Dataset non formattato correttamente</a:t>
                      </a:r>
                      <a:endParaRPr>
                        <a:latin typeface="Open Sans"/>
                        <a:ea typeface="Open Sans"/>
                        <a:cs typeface="Open Sans"/>
                        <a:sym typeface="Open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Open Sans"/>
                          <a:ea typeface="Open Sans"/>
                          <a:cs typeface="Open Sans"/>
                          <a:sym typeface="Open Sans"/>
                        </a:rPr>
                        <a:t>Bassa</a:t>
                      </a:r>
                      <a:endParaRPr>
                        <a:latin typeface="Open Sans"/>
                        <a:ea typeface="Open Sans"/>
                        <a:cs typeface="Open Sans"/>
                        <a:sym typeface="Open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Open Sans"/>
                          <a:ea typeface="Open Sans"/>
                          <a:cs typeface="Open Sans"/>
                          <a:sym typeface="Open Sans"/>
                        </a:rPr>
                        <a:t>Alto</a:t>
                      </a:r>
                      <a:endParaRPr>
                        <a:latin typeface="Open Sans"/>
                        <a:ea typeface="Open Sans"/>
                        <a:cs typeface="Open Sans"/>
                        <a:sym typeface="Open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Open Sans"/>
                          <a:ea typeface="Open Sans"/>
                          <a:cs typeface="Open Sans"/>
                          <a:sym typeface="Open Sans"/>
                        </a:rPr>
                        <a:t>Effettuare un </a:t>
                      </a:r>
                      <a:r>
                        <a:rPr lang="en-US">
                          <a:latin typeface="Open Sans"/>
                          <a:ea typeface="Open Sans"/>
                          <a:cs typeface="Open Sans"/>
                          <a:sym typeface="Open Sans"/>
                        </a:rPr>
                        <a:t>pre processamento</a:t>
                      </a:r>
                      <a:r>
                        <a:rPr lang="en-US">
                          <a:latin typeface="Open Sans"/>
                          <a:ea typeface="Open Sans"/>
                          <a:cs typeface="Open Sans"/>
                          <a:sym typeface="Open Sans"/>
                        </a:rPr>
                        <a:t> accurato e </a:t>
                      </a:r>
                      <a:r>
                        <a:rPr lang="en-US">
                          <a:latin typeface="Open Sans"/>
                          <a:ea typeface="Open Sans"/>
                          <a:cs typeface="Open Sans"/>
                          <a:sym typeface="Open Sans"/>
                        </a:rPr>
                        <a:t>testandolo</a:t>
                      </a:r>
                      <a:r>
                        <a:rPr lang="en-US">
                          <a:latin typeface="Open Sans"/>
                          <a:ea typeface="Open Sans"/>
                          <a:cs typeface="Open Sans"/>
                          <a:sym typeface="Open Sans"/>
                        </a:rPr>
                        <a:t> con dataset più piccoli.</a:t>
                      </a:r>
                      <a:endParaRPr>
                        <a:latin typeface="Open Sans"/>
                        <a:ea typeface="Open Sans"/>
                        <a:cs typeface="Open Sans"/>
                        <a:sym typeface="Open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latin typeface="Open Sans"/>
                          <a:ea typeface="Open Sans"/>
                          <a:cs typeface="Open Sans"/>
                          <a:sym typeface="Open Sans"/>
                        </a:rPr>
                        <a:t>Problemi durante il </a:t>
                      </a:r>
                      <a:r>
                        <a:rPr lang="en-US">
                          <a:latin typeface="Open Sans"/>
                          <a:ea typeface="Open Sans"/>
                          <a:cs typeface="Open Sans"/>
                          <a:sym typeface="Open Sans"/>
                        </a:rPr>
                        <a:t>fine tuning</a:t>
                      </a:r>
                      <a:r>
                        <a:rPr lang="en-US">
                          <a:latin typeface="Open Sans"/>
                          <a:ea typeface="Open Sans"/>
                          <a:cs typeface="Open Sans"/>
                          <a:sym typeface="Open Sans"/>
                        </a:rPr>
                        <a:t> del modello AI</a:t>
                      </a:r>
                      <a:endParaRPr>
                        <a:latin typeface="Open Sans"/>
                        <a:ea typeface="Open Sans"/>
                        <a:cs typeface="Open Sans"/>
                        <a:sym typeface="Open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Open Sans"/>
                          <a:ea typeface="Open Sans"/>
                          <a:cs typeface="Open Sans"/>
                          <a:sym typeface="Open Sans"/>
                        </a:rPr>
                        <a:t>Alta</a:t>
                      </a:r>
                      <a:endParaRPr>
                        <a:latin typeface="Open Sans"/>
                        <a:ea typeface="Open Sans"/>
                        <a:cs typeface="Open Sans"/>
                        <a:sym typeface="Open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Open Sans"/>
                          <a:ea typeface="Open Sans"/>
                          <a:cs typeface="Open Sans"/>
                          <a:sym typeface="Open Sans"/>
                        </a:rPr>
                        <a:t>Alto</a:t>
                      </a:r>
                      <a:endParaRPr>
                        <a:latin typeface="Open Sans"/>
                        <a:ea typeface="Open Sans"/>
                        <a:cs typeface="Open Sans"/>
                        <a:sym typeface="Open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Open Sans"/>
                          <a:ea typeface="Open Sans"/>
                          <a:cs typeface="Open Sans"/>
                          <a:sym typeface="Open Sans"/>
                        </a:rPr>
                        <a:t>Testare con piccoli dataset prima di addestrare sul dataset completo.</a:t>
                      </a:r>
                      <a:endParaRPr>
                        <a:latin typeface="Open Sans"/>
                        <a:ea typeface="Open Sans"/>
                        <a:cs typeface="Open Sans"/>
                        <a:sym typeface="Open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latin typeface="Open Sans"/>
                          <a:ea typeface="Open Sans"/>
                          <a:cs typeface="Open Sans"/>
                          <a:sym typeface="Open Sans"/>
                        </a:rPr>
                        <a:t>Costi elevati di calcolo per l'addestramento</a:t>
                      </a:r>
                      <a:endParaRPr>
                        <a:latin typeface="Open Sans"/>
                        <a:ea typeface="Open Sans"/>
                        <a:cs typeface="Open Sans"/>
                        <a:sym typeface="Open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Open Sans"/>
                          <a:ea typeface="Open Sans"/>
                          <a:cs typeface="Open Sans"/>
                          <a:sym typeface="Open Sans"/>
                        </a:rPr>
                        <a:t>Alta</a:t>
                      </a:r>
                      <a:endParaRPr>
                        <a:latin typeface="Open Sans"/>
                        <a:ea typeface="Open Sans"/>
                        <a:cs typeface="Open Sans"/>
                        <a:sym typeface="Open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Open Sans"/>
                          <a:ea typeface="Open Sans"/>
                          <a:cs typeface="Open Sans"/>
                          <a:sym typeface="Open Sans"/>
                        </a:rPr>
                        <a:t>Alto</a:t>
                      </a:r>
                      <a:endParaRPr>
                        <a:latin typeface="Open Sans"/>
                        <a:ea typeface="Open Sans"/>
                        <a:cs typeface="Open Sans"/>
                        <a:sym typeface="Open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Open Sans"/>
                          <a:ea typeface="Open Sans"/>
                          <a:cs typeface="Open Sans"/>
                          <a:sym typeface="Open Sans"/>
                        </a:rPr>
                        <a:t>Cercare un modello abbastanza performante da non richiedere fine tuning.</a:t>
                      </a:r>
                      <a:endParaRPr>
                        <a:latin typeface="Open Sans"/>
                        <a:ea typeface="Open Sans"/>
                        <a:cs typeface="Open Sans"/>
                        <a:sym typeface="Open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latin typeface="Open Sans"/>
                          <a:ea typeface="Open Sans"/>
                          <a:cs typeface="Open Sans"/>
                          <a:sym typeface="Open Sans"/>
                        </a:rPr>
                        <a:t>Difficoltà di integrazione con strumenti di scansione</a:t>
                      </a:r>
                      <a:endParaRPr>
                        <a:latin typeface="Open Sans"/>
                        <a:ea typeface="Open Sans"/>
                        <a:cs typeface="Open Sans"/>
                        <a:sym typeface="Open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Open Sans"/>
                          <a:ea typeface="Open Sans"/>
                          <a:cs typeface="Open Sans"/>
                          <a:sym typeface="Open Sans"/>
                        </a:rPr>
                        <a:t>Bassa</a:t>
                      </a:r>
                      <a:endParaRPr>
                        <a:latin typeface="Open Sans"/>
                        <a:ea typeface="Open Sans"/>
                        <a:cs typeface="Open Sans"/>
                        <a:sym typeface="Open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Open Sans"/>
                          <a:ea typeface="Open Sans"/>
                          <a:cs typeface="Open Sans"/>
                          <a:sym typeface="Open Sans"/>
                        </a:rPr>
                        <a:t>Basso</a:t>
                      </a:r>
                      <a:endParaRPr>
                        <a:latin typeface="Open Sans"/>
                        <a:ea typeface="Open Sans"/>
                        <a:cs typeface="Open Sans"/>
                        <a:sym typeface="Open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Open Sans"/>
                          <a:ea typeface="Open Sans"/>
                          <a:cs typeface="Open Sans"/>
                          <a:sym typeface="Open Sans"/>
                        </a:rPr>
                        <a:t>Cambiare Modello AI.</a:t>
                      </a:r>
                      <a:endParaRPr>
                        <a:latin typeface="Open Sans"/>
                        <a:ea typeface="Open Sans"/>
                        <a:cs typeface="Open Sans"/>
                        <a:sym typeface="Open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latin typeface="Open Sans"/>
                          <a:ea typeface="Open Sans"/>
                          <a:cs typeface="Open Sans"/>
                          <a:sym typeface="Open Sans"/>
                        </a:rPr>
                        <a:t>Tempi di sviluppo eccessivi</a:t>
                      </a:r>
                      <a:endParaRPr>
                        <a:latin typeface="Open Sans"/>
                        <a:ea typeface="Open Sans"/>
                        <a:cs typeface="Open Sans"/>
                        <a:sym typeface="Open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Open Sans"/>
                          <a:ea typeface="Open Sans"/>
                          <a:cs typeface="Open Sans"/>
                          <a:sym typeface="Open Sans"/>
                        </a:rPr>
                        <a:t>Media</a:t>
                      </a:r>
                      <a:endParaRPr>
                        <a:latin typeface="Open Sans"/>
                        <a:ea typeface="Open Sans"/>
                        <a:cs typeface="Open Sans"/>
                        <a:sym typeface="Open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Open Sans"/>
                          <a:ea typeface="Open Sans"/>
                          <a:cs typeface="Open Sans"/>
                          <a:sym typeface="Open Sans"/>
                        </a:rPr>
                        <a:t>Alto</a:t>
                      </a:r>
                      <a:endParaRPr>
                        <a:latin typeface="Open Sans"/>
                        <a:ea typeface="Open Sans"/>
                        <a:cs typeface="Open Sans"/>
                        <a:sym typeface="Open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Open Sans"/>
                          <a:ea typeface="Open Sans"/>
                          <a:cs typeface="Open Sans"/>
                          <a:sym typeface="Open Sans"/>
                        </a:rPr>
                        <a:t>RIdimensionare lo scope del </a:t>
                      </a:r>
                      <a:r>
                        <a:rPr lang="en-US">
                          <a:latin typeface="Open Sans"/>
                          <a:ea typeface="Open Sans"/>
                          <a:cs typeface="Open Sans"/>
                          <a:sym typeface="Open Sans"/>
                        </a:rPr>
                        <a:t>progetto</a:t>
                      </a:r>
                      <a:r>
                        <a:rPr lang="en-US">
                          <a:latin typeface="Open Sans"/>
                          <a:ea typeface="Open Sans"/>
                          <a:cs typeface="Open Sans"/>
                          <a:sym typeface="Open Sans"/>
                        </a:rPr>
                        <a:t>.</a:t>
                      </a:r>
                      <a:endParaRPr>
                        <a:latin typeface="Open Sans"/>
                        <a:ea typeface="Open Sans"/>
                        <a:cs typeface="Open Sans"/>
                        <a:sym typeface="Open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pic>
        <p:nvPicPr>
          <p:cNvPr id="350" name="Google Shape;350;p17"/>
          <p:cNvPicPr preferRelativeResize="0"/>
          <p:nvPr/>
        </p:nvPicPr>
        <p:blipFill>
          <a:blip r:embed="rId7">
            <a:alphaModFix/>
          </a:blip>
          <a:stretch>
            <a:fillRect/>
          </a:stretch>
        </p:blipFill>
        <p:spPr>
          <a:xfrm>
            <a:off x="-380473" y="7346199"/>
            <a:ext cx="787100" cy="148875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grpSp>
        <p:nvGrpSpPr>
          <p:cNvPr id="355" name="Google Shape;355;p18"/>
          <p:cNvGrpSpPr/>
          <p:nvPr/>
        </p:nvGrpSpPr>
        <p:grpSpPr>
          <a:xfrm>
            <a:off x="564051" y="2908250"/>
            <a:ext cx="7264322" cy="6094252"/>
            <a:chOff x="0" y="-47625"/>
            <a:chExt cx="780900" cy="1081500"/>
          </a:xfrm>
        </p:grpSpPr>
        <p:sp>
          <p:nvSpPr>
            <p:cNvPr id="356" name="Google Shape;356;p18"/>
            <p:cNvSpPr/>
            <p:nvPr/>
          </p:nvSpPr>
          <p:spPr>
            <a:xfrm>
              <a:off x="0" y="0"/>
              <a:ext cx="780822" cy="1033829"/>
            </a:xfrm>
            <a:custGeom>
              <a:rect b="b" l="l" r="r" t="t"/>
              <a:pathLst>
                <a:path extrusionOk="0" h="1033829" w="780822">
                  <a:moveTo>
                    <a:pt x="0" y="0"/>
                  </a:moveTo>
                  <a:lnTo>
                    <a:pt x="780822" y="0"/>
                  </a:lnTo>
                  <a:lnTo>
                    <a:pt x="780822" y="1033829"/>
                  </a:lnTo>
                  <a:lnTo>
                    <a:pt x="0" y="1033829"/>
                  </a:lnTo>
                  <a:close/>
                </a:path>
              </a:pathLst>
            </a:custGeom>
            <a:solidFill>
              <a:srgbClr val="B62C16"/>
            </a:solidFill>
            <a:ln>
              <a:noFill/>
            </a:ln>
          </p:spPr>
        </p:sp>
        <p:sp>
          <p:nvSpPr>
            <p:cNvPr id="357" name="Google Shape;357;p18"/>
            <p:cNvSpPr txBox="1"/>
            <p:nvPr/>
          </p:nvSpPr>
          <p:spPr>
            <a:xfrm>
              <a:off x="0" y="-47625"/>
              <a:ext cx="780900" cy="10815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58" name="Google Shape;358;p18"/>
          <p:cNvGrpSpPr/>
          <p:nvPr/>
        </p:nvGrpSpPr>
        <p:grpSpPr>
          <a:xfrm>
            <a:off x="10633248" y="2908250"/>
            <a:ext cx="6912761" cy="6094252"/>
            <a:chOff x="0" y="-47625"/>
            <a:chExt cx="780900" cy="1081500"/>
          </a:xfrm>
        </p:grpSpPr>
        <p:sp>
          <p:nvSpPr>
            <p:cNvPr id="359" name="Google Shape;359;p18"/>
            <p:cNvSpPr/>
            <p:nvPr/>
          </p:nvSpPr>
          <p:spPr>
            <a:xfrm>
              <a:off x="0" y="0"/>
              <a:ext cx="780822" cy="1033829"/>
            </a:xfrm>
            <a:custGeom>
              <a:rect b="b" l="l" r="r" t="t"/>
              <a:pathLst>
                <a:path extrusionOk="0" h="1033829" w="780822">
                  <a:moveTo>
                    <a:pt x="0" y="0"/>
                  </a:moveTo>
                  <a:lnTo>
                    <a:pt x="780822" y="0"/>
                  </a:lnTo>
                  <a:lnTo>
                    <a:pt x="780822" y="1033829"/>
                  </a:lnTo>
                  <a:lnTo>
                    <a:pt x="0" y="1033829"/>
                  </a:lnTo>
                  <a:close/>
                </a:path>
              </a:pathLst>
            </a:custGeom>
            <a:solidFill>
              <a:srgbClr val="B62C16"/>
            </a:solidFill>
            <a:ln>
              <a:noFill/>
            </a:ln>
          </p:spPr>
        </p:sp>
        <p:sp>
          <p:nvSpPr>
            <p:cNvPr id="360" name="Google Shape;360;p18"/>
            <p:cNvSpPr txBox="1"/>
            <p:nvPr/>
          </p:nvSpPr>
          <p:spPr>
            <a:xfrm>
              <a:off x="0" y="-47625"/>
              <a:ext cx="780900" cy="10815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61" name="Google Shape;361;p18"/>
          <p:cNvGrpSpPr/>
          <p:nvPr/>
        </p:nvGrpSpPr>
        <p:grpSpPr>
          <a:xfrm>
            <a:off x="10458562" y="3067886"/>
            <a:ext cx="6912058" cy="6094036"/>
            <a:chOff x="0" y="-47625"/>
            <a:chExt cx="780900" cy="1081500"/>
          </a:xfrm>
        </p:grpSpPr>
        <p:sp>
          <p:nvSpPr>
            <p:cNvPr id="362" name="Google Shape;362;p18"/>
            <p:cNvSpPr/>
            <p:nvPr/>
          </p:nvSpPr>
          <p:spPr>
            <a:xfrm>
              <a:off x="0" y="0"/>
              <a:ext cx="780822" cy="1033829"/>
            </a:xfrm>
            <a:custGeom>
              <a:rect b="b" l="l" r="r" t="t"/>
              <a:pathLst>
                <a:path extrusionOk="0" h="1033829" w="780822">
                  <a:moveTo>
                    <a:pt x="0" y="0"/>
                  </a:moveTo>
                  <a:lnTo>
                    <a:pt x="780822" y="0"/>
                  </a:lnTo>
                  <a:lnTo>
                    <a:pt x="780822" y="1033829"/>
                  </a:lnTo>
                  <a:lnTo>
                    <a:pt x="0" y="1033829"/>
                  </a:lnTo>
                  <a:close/>
                </a:path>
              </a:pathLst>
            </a:custGeom>
            <a:solidFill>
              <a:srgbClr val="000000">
                <a:alpha val="0"/>
              </a:srgbClr>
            </a:solidFill>
            <a:ln cap="sq" cmpd="sng" w="47625">
              <a:solidFill>
                <a:srgbClr val="000000"/>
              </a:solidFill>
              <a:prstDash val="solid"/>
              <a:miter lim="8000"/>
              <a:headEnd len="sm" w="sm" type="none"/>
              <a:tailEnd len="sm" w="sm" type="none"/>
            </a:ln>
          </p:spPr>
        </p:sp>
        <p:sp>
          <p:nvSpPr>
            <p:cNvPr id="363" name="Google Shape;363;p18"/>
            <p:cNvSpPr txBox="1"/>
            <p:nvPr/>
          </p:nvSpPr>
          <p:spPr>
            <a:xfrm>
              <a:off x="0" y="-47625"/>
              <a:ext cx="780900" cy="10815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64" name="Google Shape;364;p18"/>
          <p:cNvGrpSpPr/>
          <p:nvPr/>
        </p:nvGrpSpPr>
        <p:grpSpPr>
          <a:xfrm>
            <a:off x="708575" y="3067900"/>
            <a:ext cx="7264322" cy="6094252"/>
            <a:chOff x="0" y="-47625"/>
            <a:chExt cx="780900" cy="1081500"/>
          </a:xfrm>
        </p:grpSpPr>
        <p:sp>
          <p:nvSpPr>
            <p:cNvPr id="365" name="Google Shape;365;p18"/>
            <p:cNvSpPr/>
            <p:nvPr/>
          </p:nvSpPr>
          <p:spPr>
            <a:xfrm>
              <a:off x="0" y="0"/>
              <a:ext cx="780822" cy="1033829"/>
            </a:xfrm>
            <a:custGeom>
              <a:rect b="b" l="l" r="r" t="t"/>
              <a:pathLst>
                <a:path extrusionOk="0" h="1033829" w="780822">
                  <a:moveTo>
                    <a:pt x="0" y="0"/>
                  </a:moveTo>
                  <a:lnTo>
                    <a:pt x="780822" y="0"/>
                  </a:lnTo>
                  <a:lnTo>
                    <a:pt x="780822" y="1033829"/>
                  </a:lnTo>
                  <a:lnTo>
                    <a:pt x="0" y="1033829"/>
                  </a:lnTo>
                  <a:close/>
                </a:path>
              </a:pathLst>
            </a:custGeom>
            <a:solidFill>
              <a:srgbClr val="000000">
                <a:alpha val="0"/>
              </a:srgbClr>
            </a:solidFill>
            <a:ln cap="sq" cmpd="sng" w="47625">
              <a:solidFill>
                <a:srgbClr val="000000"/>
              </a:solidFill>
              <a:prstDash val="solid"/>
              <a:miter lim="8000"/>
              <a:headEnd len="sm" w="sm" type="none"/>
              <a:tailEnd len="sm" w="sm" type="none"/>
            </a:ln>
          </p:spPr>
        </p:sp>
        <p:sp>
          <p:nvSpPr>
            <p:cNvPr id="366" name="Google Shape;366;p18"/>
            <p:cNvSpPr txBox="1"/>
            <p:nvPr/>
          </p:nvSpPr>
          <p:spPr>
            <a:xfrm>
              <a:off x="0" y="-47625"/>
              <a:ext cx="780900" cy="10815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pic>
        <p:nvPicPr>
          <p:cNvPr id="367" name="Google Shape;367;p18"/>
          <p:cNvPicPr preferRelativeResize="0"/>
          <p:nvPr/>
        </p:nvPicPr>
        <p:blipFill>
          <a:blip r:embed="rId3">
            <a:alphaModFix/>
          </a:blip>
          <a:stretch>
            <a:fillRect/>
          </a:stretch>
        </p:blipFill>
        <p:spPr>
          <a:xfrm>
            <a:off x="8821808" y="5733309"/>
            <a:ext cx="787100" cy="1488778"/>
          </a:xfrm>
          <a:prstGeom prst="rect">
            <a:avLst/>
          </a:prstGeom>
          <a:noFill/>
          <a:ln>
            <a:noFill/>
          </a:ln>
        </p:spPr>
      </p:pic>
      <p:sp>
        <p:nvSpPr>
          <p:cNvPr id="368" name="Google Shape;368;p18"/>
          <p:cNvSpPr/>
          <p:nvPr/>
        </p:nvSpPr>
        <p:spPr>
          <a:xfrm rot="5400000">
            <a:off x="16469565" y="8944212"/>
            <a:ext cx="475647" cy="1103822"/>
          </a:xfrm>
          <a:custGeom>
            <a:rect b="b" l="l" r="r" t="t"/>
            <a:pathLst>
              <a:path extrusionOk="0" h="1103822" w="475647">
                <a:moveTo>
                  <a:pt x="0" y="0"/>
                </a:moveTo>
                <a:lnTo>
                  <a:pt x="475647" y="0"/>
                </a:lnTo>
                <a:lnTo>
                  <a:pt x="475647" y="1103823"/>
                </a:lnTo>
                <a:lnTo>
                  <a:pt x="0" y="1103823"/>
                </a:lnTo>
                <a:lnTo>
                  <a:pt x="0" y="0"/>
                </a:lnTo>
                <a:close/>
              </a:path>
            </a:pathLst>
          </a:custGeom>
          <a:blipFill rotWithShape="1">
            <a:blip r:embed="rId4">
              <a:alphaModFix/>
            </a:blip>
            <a:stretch>
              <a:fillRect b="0" l="0" r="0" t="0"/>
            </a:stretch>
          </a:blipFill>
          <a:ln>
            <a:noFill/>
          </a:ln>
        </p:spPr>
      </p:sp>
      <p:sp>
        <p:nvSpPr>
          <p:cNvPr id="369" name="Google Shape;369;p18"/>
          <p:cNvSpPr/>
          <p:nvPr/>
        </p:nvSpPr>
        <p:spPr>
          <a:xfrm rot="-5400000">
            <a:off x="1342788" y="8944212"/>
            <a:ext cx="475647" cy="1103822"/>
          </a:xfrm>
          <a:custGeom>
            <a:rect b="b" l="l" r="r" t="t"/>
            <a:pathLst>
              <a:path extrusionOk="0" h="1103822" w="475647">
                <a:moveTo>
                  <a:pt x="0" y="0"/>
                </a:moveTo>
                <a:lnTo>
                  <a:pt x="475647" y="0"/>
                </a:lnTo>
                <a:lnTo>
                  <a:pt x="475647" y="1103823"/>
                </a:lnTo>
                <a:lnTo>
                  <a:pt x="0" y="1103823"/>
                </a:lnTo>
                <a:lnTo>
                  <a:pt x="0" y="0"/>
                </a:lnTo>
                <a:close/>
              </a:path>
            </a:pathLst>
          </a:custGeom>
          <a:blipFill rotWithShape="1">
            <a:blip r:embed="rId4">
              <a:alphaModFix/>
            </a:blip>
            <a:stretch>
              <a:fillRect b="0" l="0" r="0" t="0"/>
            </a:stretch>
          </a:blipFill>
          <a:ln>
            <a:noFill/>
          </a:ln>
        </p:spPr>
      </p:sp>
      <p:grpSp>
        <p:nvGrpSpPr>
          <p:cNvPr id="370" name="Google Shape;370;p18"/>
          <p:cNvGrpSpPr/>
          <p:nvPr/>
        </p:nvGrpSpPr>
        <p:grpSpPr>
          <a:xfrm>
            <a:off x="-6862983" y="-180827"/>
            <a:ext cx="12407890" cy="2685927"/>
            <a:chOff x="0" y="-47625"/>
            <a:chExt cx="3267900" cy="707400"/>
          </a:xfrm>
        </p:grpSpPr>
        <p:sp>
          <p:nvSpPr>
            <p:cNvPr id="371" name="Google Shape;371;p18"/>
            <p:cNvSpPr/>
            <p:nvPr/>
          </p:nvSpPr>
          <p:spPr>
            <a:xfrm>
              <a:off x="0" y="0"/>
              <a:ext cx="3267786" cy="659642"/>
            </a:xfrm>
            <a:custGeom>
              <a:rect b="b" l="l" r="r" t="t"/>
              <a:pathLst>
                <a:path extrusionOk="0" h="659642" w="3267786">
                  <a:moveTo>
                    <a:pt x="0" y="0"/>
                  </a:moveTo>
                  <a:lnTo>
                    <a:pt x="3267786" y="0"/>
                  </a:lnTo>
                  <a:lnTo>
                    <a:pt x="3267786" y="659642"/>
                  </a:lnTo>
                  <a:lnTo>
                    <a:pt x="0" y="659642"/>
                  </a:lnTo>
                  <a:close/>
                </a:path>
              </a:pathLst>
            </a:custGeom>
            <a:solidFill>
              <a:srgbClr val="B62C16"/>
            </a:solidFill>
            <a:ln>
              <a:noFill/>
            </a:ln>
          </p:spPr>
        </p:sp>
        <p:sp>
          <p:nvSpPr>
            <p:cNvPr id="372" name="Google Shape;372;p18"/>
            <p:cNvSpPr txBox="1"/>
            <p:nvPr/>
          </p:nvSpPr>
          <p:spPr>
            <a:xfrm>
              <a:off x="0" y="-47625"/>
              <a:ext cx="3267900" cy="707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73" name="Google Shape;373;p18"/>
          <p:cNvSpPr txBox="1"/>
          <p:nvPr/>
        </p:nvSpPr>
        <p:spPr>
          <a:xfrm>
            <a:off x="1028700" y="1143000"/>
            <a:ext cx="4691400" cy="1077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7000">
                <a:solidFill>
                  <a:srgbClr val="FFFFFF"/>
                </a:solidFill>
                <a:latin typeface="Archivo Black"/>
                <a:ea typeface="Archivo Black"/>
                <a:cs typeface="Archivo Black"/>
                <a:sym typeface="Archivo Black"/>
              </a:rPr>
              <a:t>ANALISI</a:t>
            </a:r>
            <a:endParaRPr/>
          </a:p>
        </p:txBody>
      </p:sp>
      <p:sp>
        <p:nvSpPr>
          <p:cNvPr id="374" name="Google Shape;374;p18"/>
          <p:cNvSpPr txBox="1"/>
          <p:nvPr/>
        </p:nvSpPr>
        <p:spPr>
          <a:xfrm>
            <a:off x="5720176" y="1143000"/>
            <a:ext cx="5628300" cy="1077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7000">
                <a:latin typeface="Archivo Black"/>
                <a:ea typeface="Archivo Black"/>
                <a:cs typeface="Archivo Black"/>
                <a:sym typeface="Archivo Black"/>
              </a:rPr>
              <a:t>DEI COSTI</a:t>
            </a:r>
            <a:endParaRPr/>
          </a:p>
        </p:txBody>
      </p:sp>
      <p:cxnSp>
        <p:nvCxnSpPr>
          <p:cNvPr id="375" name="Google Shape;375;p18"/>
          <p:cNvCxnSpPr/>
          <p:nvPr/>
        </p:nvCxnSpPr>
        <p:spPr>
          <a:xfrm>
            <a:off x="16022116" y="615919"/>
            <a:ext cx="5163300" cy="0"/>
          </a:xfrm>
          <a:prstGeom prst="straightConnector1">
            <a:avLst/>
          </a:prstGeom>
          <a:noFill/>
          <a:ln cap="flat" cmpd="sng" w="28575">
            <a:solidFill>
              <a:srgbClr val="C2C2C2"/>
            </a:solidFill>
            <a:prstDash val="solid"/>
            <a:round/>
            <a:headEnd len="sm" w="sm" type="none"/>
            <a:tailEnd len="sm" w="sm" type="none"/>
          </a:ln>
        </p:spPr>
      </p:cxnSp>
      <p:cxnSp>
        <p:nvCxnSpPr>
          <p:cNvPr id="376" name="Google Shape;376;p18"/>
          <p:cNvCxnSpPr/>
          <p:nvPr/>
        </p:nvCxnSpPr>
        <p:spPr>
          <a:xfrm>
            <a:off x="16022116" y="1421224"/>
            <a:ext cx="5163300" cy="0"/>
          </a:xfrm>
          <a:prstGeom prst="straightConnector1">
            <a:avLst/>
          </a:prstGeom>
          <a:noFill/>
          <a:ln cap="flat" cmpd="sng" w="28575">
            <a:solidFill>
              <a:srgbClr val="C2C2C2"/>
            </a:solidFill>
            <a:prstDash val="solid"/>
            <a:round/>
            <a:headEnd len="sm" w="sm" type="none"/>
            <a:tailEnd len="sm" w="sm" type="none"/>
          </a:ln>
        </p:spPr>
      </p:cxnSp>
      <p:cxnSp>
        <p:nvCxnSpPr>
          <p:cNvPr id="377" name="Google Shape;377;p18"/>
          <p:cNvCxnSpPr/>
          <p:nvPr/>
        </p:nvCxnSpPr>
        <p:spPr>
          <a:xfrm>
            <a:off x="16022116" y="2226529"/>
            <a:ext cx="5163300" cy="0"/>
          </a:xfrm>
          <a:prstGeom prst="straightConnector1">
            <a:avLst/>
          </a:prstGeom>
          <a:noFill/>
          <a:ln cap="flat" cmpd="sng" w="28575">
            <a:solidFill>
              <a:srgbClr val="C2C2C2"/>
            </a:solidFill>
            <a:prstDash val="solid"/>
            <a:round/>
            <a:headEnd len="sm" w="sm" type="none"/>
            <a:tailEnd len="sm" w="sm" type="none"/>
          </a:ln>
        </p:spPr>
      </p:cxnSp>
      <p:cxnSp>
        <p:nvCxnSpPr>
          <p:cNvPr id="378" name="Google Shape;378;p18"/>
          <p:cNvCxnSpPr/>
          <p:nvPr/>
        </p:nvCxnSpPr>
        <p:spPr>
          <a:xfrm>
            <a:off x="17465076" y="-1359064"/>
            <a:ext cx="0" cy="4389900"/>
          </a:xfrm>
          <a:prstGeom prst="straightConnector1">
            <a:avLst/>
          </a:prstGeom>
          <a:noFill/>
          <a:ln cap="flat" cmpd="sng" w="28575">
            <a:solidFill>
              <a:srgbClr val="C2C2C2"/>
            </a:solidFill>
            <a:prstDash val="solid"/>
            <a:round/>
            <a:headEnd len="sm" w="sm" type="none"/>
            <a:tailEnd len="sm" w="sm" type="none"/>
          </a:ln>
        </p:spPr>
      </p:cxnSp>
      <p:cxnSp>
        <p:nvCxnSpPr>
          <p:cNvPr id="379" name="Google Shape;379;p18"/>
          <p:cNvCxnSpPr/>
          <p:nvPr/>
        </p:nvCxnSpPr>
        <p:spPr>
          <a:xfrm>
            <a:off x="16558642" y="-1359064"/>
            <a:ext cx="0" cy="4389900"/>
          </a:xfrm>
          <a:prstGeom prst="straightConnector1">
            <a:avLst/>
          </a:prstGeom>
          <a:noFill/>
          <a:ln cap="flat" cmpd="sng" w="28575">
            <a:solidFill>
              <a:srgbClr val="C2C2C2"/>
            </a:solidFill>
            <a:prstDash val="solid"/>
            <a:round/>
            <a:headEnd len="sm" w="sm" type="none"/>
            <a:tailEnd len="sm" w="sm" type="none"/>
          </a:ln>
        </p:spPr>
      </p:cxnSp>
      <p:cxnSp>
        <p:nvCxnSpPr>
          <p:cNvPr id="380" name="Google Shape;380;p18"/>
          <p:cNvCxnSpPr/>
          <p:nvPr/>
        </p:nvCxnSpPr>
        <p:spPr>
          <a:xfrm>
            <a:off x="16022128" y="436299"/>
            <a:ext cx="5163300" cy="0"/>
          </a:xfrm>
          <a:prstGeom prst="straightConnector1">
            <a:avLst/>
          </a:prstGeom>
          <a:noFill/>
          <a:ln cap="flat" cmpd="sng" w="28575">
            <a:solidFill>
              <a:srgbClr val="C2C2C2"/>
            </a:solidFill>
            <a:prstDash val="solid"/>
            <a:round/>
            <a:headEnd len="sm" w="sm" type="none"/>
            <a:tailEnd len="sm" w="sm" type="none"/>
          </a:ln>
        </p:spPr>
      </p:cxnSp>
      <p:pic>
        <p:nvPicPr>
          <p:cNvPr id="381" name="Google Shape;381;p18"/>
          <p:cNvPicPr preferRelativeResize="0"/>
          <p:nvPr/>
        </p:nvPicPr>
        <p:blipFill>
          <a:blip r:embed="rId5">
            <a:alphaModFix/>
          </a:blip>
          <a:stretch>
            <a:fillRect/>
          </a:stretch>
        </p:blipFill>
        <p:spPr>
          <a:xfrm>
            <a:off x="707888" y="452205"/>
            <a:ext cx="1687100" cy="531803"/>
          </a:xfrm>
          <a:prstGeom prst="rect">
            <a:avLst/>
          </a:prstGeom>
          <a:noFill/>
          <a:ln>
            <a:noFill/>
          </a:ln>
        </p:spPr>
      </p:pic>
      <p:pic>
        <p:nvPicPr>
          <p:cNvPr id="382" name="Google Shape;382;p18"/>
          <p:cNvPicPr preferRelativeResize="0"/>
          <p:nvPr/>
        </p:nvPicPr>
        <p:blipFill>
          <a:blip r:embed="rId6">
            <a:alphaModFix/>
          </a:blip>
          <a:stretch>
            <a:fillRect/>
          </a:stretch>
        </p:blipFill>
        <p:spPr>
          <a:xfrm>
            <a:off x="17708710" y="763977"/>
            <a:ext cx="1424727" cy="1314500"/>
          </a:xfrm>
          <a:prstGeom prst="rect">
            <a:avLst/>
          </a:prstGeom>
          <a:noFill/>
          <a:ln>
            <a:noFill/>
          </a:ln>
        </p:spPr>
      </p:pic>
      <p:pic>
        <p:nvPicPr>
          <p:cNvPr id="383" name="Google Shape;383;p18"/>
          <p:cNvPicPr preferRelativeResize="0"/>
          <p:nvPr/>
        </p:nvPicPr>
        <p:blipFill>
          <a:blip r:embed="rId7">
            <a:alphaModFix/>
          </a:blip>
          <a:stretch>
            <a:fillRect/>
          </a:stretch>
        </p:blipFill>
        <p:spPr>
          <a:xfrm>
            <a:off x="12754051" y="3550"/>
            <a:ext cx="7315200" cy="451104"/>
          </a:xfrm>
          <a:prstGeom prst="rect">
            <a:avLst/>
          </a:prstGeom>
          <a:noFill/>
          <a:ln>
            <a:noFill/>
          </a:ln>
        </p:spPr>
      </p:pic>
      <p:pic>
        <p:nvPicPr>
          <p:cNvPr id="384" name="Google Shape;384;p18"/>
          <p:cNvPicPr preferRelativeResize="0"/>
          <p:nvPr/>
        </p:nvPicPr>
        <p:blipFill>
          <a:blip r:embed="rId8">
            <a:alphaModFix/>
          </a:blip>
          <a:stretch>
            <a:fillRect/>
          </a:stretch>
        </p:blipFill>
        <p:spPr>
          <a:xfrm>
            <a:off x="-380473" y="7346199"/>
            <a:ext cx="787100" cy="1488753"/>
          </a:xfrm>
          <a:prstGeom prst="rect">
            <a:avLst/>
          </a:prstGeom>
          <a:noFill/>
          <a:ln>
            <a:noFill/>
          </a:ln>
        </p:spPr>
      </p:pic>
      <p:sp>
        <p:nvSpPr>
          <p:cNvPr id="385" name="Google Shape;385;p18"/>
          <p:cNvSpPr txBox="1"/>
          <p:nvPr/>
        </p:nvSpPr>
        <p:spPr>
          <a:xfrm>
            <a:off x="708575" y="3732900"/>
            <a:ext cx="7315200" cy="476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2300">
                <a:solidFill>
                  <a:schemeClr val="lt1"/>
                </a:solidFill>
              </a:rPr>
              <a:t>Hosting del Modello</a:t>
            </a:r>
            <a:endParaRPr b="1" sz="2300">
              <a:solidFill>
                <a:schemeClr val="lt1"/>
              </a:solidFill>
            </a:endParaRPr>
          </a:p>
          <a:p>
            <a:pPr indent="-374650" lvl="0" marL="457200" rtl="0" algn="l">
              <a:lnSpc>
                <a:spcPct val="115000"/>
              </a:lnSpc>
              <a:spcBef>
                <a:spcPts val="1200"/>
              </a:spcBef>
              <a:spcAft>
                <a:spcPts val="0"/>
              </a:spcAft>
              <a:buClr>
                <a:schemeClr val="lt1"/>
              </a:buClr>
              <a:buSzPts val="2300"/>
              <a:buChar char="-"/>
            </a:pPr>
            <a:r>
              <a:rPr b="1" lang="en-US" sz="2300">
                <a:solidFill>
                  <a:schemeClr val="lt1"/>
                </a:solidFill>
              </a:rPr>
              <a:t>Requisiti</a:t>
            </a:r>
            <a:r>
              <a:rPr lang="en-US" sz="2300">
                <a:solidFill>
                  <a:schemeClr val="lt1"/>
                </a:solidFill>
              </a:rPr>
              <a:t>: GPU con almeno 16-24 GB di memoria per prestazioni adeguate.</a:t>
            </a:r>
            <a:endParaRPr sz="2300">
              <a:solidFill>
                <a:schemeClr val="lt1"/>
              </a:solidFill>
            </a:endParaRPr>
          </a:p>
          <a:p>
            <a:pPr indent="-374650" lvl="0" marL="457200" rtl="0" algn="l">
              <a:lnSpc>
                <a:spcPct val="115000"/>
              </a:lnSpc>
              <a:spcBef>
                <a:spcPts val="0"/>
              </a:spcBef>
              <a:spcAft>
                <a:spcPts val="0"/>
              </a:spcAft>
              <a:buClr>
                <a:schemeClr val="lt1"/>
              </a:buClr>
              <a:buSzPts val="2300"/>
              <a:buChar char="-"/>
            </a:pPr>
            <a:r>
              <a:rPr b="1" lang="en-US" sz="2300">
                <a:solidFill>
                  <a:schemeClr val="lt1"/>
                </a:solidFill>
              </a:rPr>
              <a:t>Costi su Hugging Face Spaces</a:t>
            </a:r>
            <a:r>
              <a:rPr lang="en-US" sz="2300">
                <a:solidFill>
                  <a:schemeClr val="lt1"/>
                </a:solidFill>
              </a:rPr>
              <a:t>:</a:t>
            </a:r>
            <a:endParaRPr sz="2300">
              <a:solidFill>
                <a:schemeClr val="lt1"/>
              </a:solidFill>
            </a:endParaRPr>
          </a:p>
          <a:p>
            <a:pPr indent="-374650" lvl="1" marL="914400" rtl="0" algn="l">
              <a:lnSpc>
                <a:spcPct val="115000"/>
              </a:lnSpc>
              <a:spcBef>
                <a:spcPts val="0"/>
              </a:spcBef>
              <a:spcAft>
                <a:spcPts val="0"/>
              </a:spcAft>
              <a:buClr>
                <a:schemeClr val="lt1"/>
              </a:buClr>
              <a:buSzPts val="2300"/>
              <a:buChar char="-"/>
            </a:pPr>
            <a:r>
              <a:rPr lang="en-US" sz="2300">
                <a:solidFill>
                  <a:schemeClr val="lt1"/>
                </a:solidFill>
              </a:rPr>
              <a:t>GPU T4: $0.60-$1.00/ora → $432-$720/mese (24h/7).</a:t>
            </a:r>
            <a:endParaRPr sz="2300">
              <a:solidFill>
                <a:schemeClr val="lt1"/>
              </a:solidFill>
            </a:endParaRPr>
          </a:p>
          <a:p>
            <a:pPr indent="-374650" lvl="1" marL="914400" rtl="0" algn="l">
              <a:lnSpc>
                <a:spcPct val="115000"/>
              </a:lnSpc>
              <a:spcBef>
                <a:spcPts val="0"/>
              </a:spcBef>
              <a:spcAft>
                <a:spcPts val="0"/>
              </a:spcAft>
              <a:buClr>
                <a:schemeClr val="lt1"/>
              </a:buClr>
              <a:buSzPts val="2300"/>
              <a:buChar char="-"/>
            </a:pPr>
            <a:r>
              <a:rPr lang="en-US" sz="2300">
                <a:solidFill>
                  <a:schemeClr val="lt1"/>
                </a:solidFill>
              </a:rPr>
              <a:t>GPU A100: $2.00-$4.00/ora → $1440-$2880/mese.</a:t>
            </a:r>
            <a:endParaRPr sz="2300">
              <a:solidFill>
                <a:schemeClr val="lt1"/>
              </a:solidFill>
            </a:endParaRPr>
          </a:p>
          <a:p>
            <a:pPr indent="-374650" lvl="0" marL="457200" rtl="0" algn="l">
              <a:lnSpc>
                <a:spcPct val="115000"/>
              </a:lnSpc>
              <a:spcBef>
                <a:spcPts val="0"/>
              </a:spcBef>
              <a:spcAft>
                <a:spcPts val="0"/>
              </a:spcAft>
              <a:buClr>
                <a:schemeClr val="lt1"/>
              </a:buClr>
              <a:buSzPts val="2300"/>
              <a:buChar char="-"/>
            </a:pPr>
            <a:r>
              <a:rPr b="1" lang="en-US" sz="2300">
                <a:solidFill>
                  <a:schemeClr val="lt1"/>
                </a:solidFill>
              </a:rPr>
              <a:t>Alternative</a:t>
            </a:r>
            <a:r>
              <a:rPr lang="en-US" sz="2300">
                <a:solidFill>
                  <a:schemeClr val="lt1"/>
                </a:solidFill>
              </a:rPr>
              <a:t>: Google Colab Pro+ e Paperspace offrono tariffe più basse, ma comunque fuori portata.</a:t>
            </a:r>
            <a:endParaRPr sz="2300">
              <a:solidFill>
                <a:schemeClr val="lt1"/>
              </a:solidFill>
            </a:endParaRPr>
          </a:p>
        </p:txBody>
      </p:sp>
      <p:sp>
        <p:nvSpPr>
          <p:cNvPr id="386" name="Google Shape;386;p18"/>
          <p:cNvSpPr txBox="1"/>
          <p:nvPr/>
        </p:nvSpPr>
        <p:spPr>
          <a:xfrm>
            <a:off x="10602325" y="3428988"/>
            <a:ext cx="6768300" cy="547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2300">
                <a:solidFill>
                  <a:schemeClr val="lt1"/>
                </a:solidFill>
              </a:rPr>
              <a:t>Fine-tuning del Modello</a:t>
            </a:r>
            <a:endParaRPr b="1" sz="2300">
              <a:solidFill>
                <a:schemeClr val="lt1"/>
              </a:solidFill>
            </a:endParaRPr>
          </a:p>
          <a:p>
            <a:pPr indent="-374650" lvl="0" marL="457200" rtl="0" algn="l">
              <a:lnSpc>
                <a:spcPct val="115000"/>
              </a:lnSpc>
              <a:spcBef>
                <a:spcPts val="1200"/>
              </a:spcBef>
              <a:spcAft>
                <a:spcPts val="0"/>
              </a:spcAft>
              <a:buClr>
                <a:schemeClr val="lt1"/>
              </a:buClr>
              <a:buSzPts val="2300"/>
              <a:buChar char="-"/>
            </a:pPr>
            <a:r>
              <a:rPr b="1" lang="en-US" sz="2300">
                <a:solidFill>
                  <a:schemeClr val="lt1"/>
                </a:solidFill>
              </a:rPr>
              <a:t>In Locale</a:t>
            </a:r>
            <a:r>
              <a:rPr lang="en-US" sz="2300">
                <a:solidFill>
                  <a:schemeClr val="lt1"/>
                </a:solidFill>
              </a:rPr>
              <a:t>:</a:t>
            </a:r>
            <a:endParaRPr sz="2300">
              <a:solidFill>
                <a:schemeClr val="lt1"/>
              </a:solidFill>
            </a:endParaRPr>
          </a:p>
          <a:p>
            <a:pPr indent="-374650" lvl="1" marL="914400" rtl="0" algn="l">
              <a:lnSpc>
                <a:spcPct val="115000"/>
              </a:lnSpc>
              <a:spcBef>
                <a:spcPts val="0"/>
              </a:spcBef>
              <a:spcAft>
                <a:spcPts val="0"/>
              </a:spcAft>
              <a:buClr>
                <a:schemeClr val="lt1"/>
              </a:buClr>
              <a:buSzPts val="2300"/>
              <a:buChar char="-"/>
            </a:pPr>
            <a:r>
              <a:rPr lang="en-US" sz="2300">
                <a:solidFill>
                  <a:schemeClr val="lt1"/>
                </a:solidFill>
              </a:rPr>
              <a:t>Hardware richiesto: GPU ≥ 24 GB VRAM, CPU potente, spazio di archiviazione ampio.</a:t>
            </a:r>
            <a:endParaRPr sz="2300">
              <a:solidFill>
                <a:schemeClr val="lt1"/>
              </a:solidFill>
            </a:endParaRPr>
          </a:p>
          <a:p>
            <a:pPr indent="0" lvl="0" marL="0" rtl="0" algn="l">
              <a:lnSpc>
                <a:spcPct val="115000"/>
              </a:lnSpc>
              <a:spcBef>
                <a:spcPts val="1200"/>
              </a:spcBef>
              <a:spcAft>
                <a:spcPts val="0"/>
              </a:spcAft>
              <a:buNone/>
            </a:pPr>
            <a:r>
              <a:rPr lang="en-US" sz="2300">
                <a:solidFill>
                  <a:schemeClr val="lt1"/>
                </a:solidFill>
              </a:rPr>
              <a:t>Non fattibile per costi elevati e limiti hardware.</a:t>
            </a:r>
            <a:endParaRPr sz="2300">
              <a:solidFill>
                <a:schemeClr val="lt1"/>
              </a:solidFill>
            </a:endParaRPr>
          </a:p>
          <a:p>
            <a:pPr indent="-374650" lvl="0" marL="457200" rtl="0" algn="l">
              <a:lnSpc>
                <a:spcPct val="115000"/>
              </a:lnSpc>
              <a:spcBef>
                <a:spcPts val="1200"/>
              </a:spcBef>
              <a:spcAft>
                <a:spcPts val="0"/>
              </a:spcAft>
              <a:buClr>
                <a:schemeClr val="lt1"/>
              </a:buClr>
              <a:buSzPts val="2300"/>
              <a:buChar char="-"/>
            </a:pPr>
            <a:r>
              <a:rPr b="1" lang="en-US" sz="2300">
                <a:solidFill>
                  <a:schemeClr val="lt1"/>
                </a:solidFill>
              </a:rPr>
              <a:t>In Cloud</a:t>
            </a:r>
            <a:r>
              <a:rPr lang="en-US" sz="2300">
                <a:solidFill>
                  <a:schemeClr val="lt1"/>
                </a:solidFill>
              </a:rPr>
              <a:t>:</a:t>
            </a:r>
            <a:endParaRPr sz="2300">
              <a:solidFill>
                <a:schemeClr val="lt1"/>
              </a:solidFill>
            </a:endParaRPr>
          </a:p>
          <a:p>
            <a:pPr indent="-374650" lvl="1" marL="914400" rtl="0" algn="l">
              <a:lnSpc>
                <a:spcPct val="115000"/>
              </a:lnSpc>
              <a:spcBef>
                <a:spcPts val="0"/>
              </a:spcBef>
              <a:spcAft>
                <a:spcPts val="0"/>
              </a:spcAft>
              <a:buClr>
                <a:schemeClr val="lt1"/>
              </a:buClr>
              <a:buSzPts val="2300"/>
              <a:buChar char="-"/>
            </a:pPr>
            <a:r>
              <a:rPr lang="en-US" sz="2300">
                <a:solidFill>
                  <a:schemeClr val="lt1"/>
                </a:solidFill>
              </a:rPr>
              <a:t>GPU V100: $2.50-$3.00/ora; GPU A100: $4.00-$5.00/ora.</a:t>
            </a:r>
            <a:endParaRPr sz="2300">
              <a:solidFill>
                <a:schemeClr val="lt1"/>
              </a:solidFill>
            </a:endParaRPr>
          </a:p>
          <a:p>
            <a:pPr indent="-374650" lvl="1" marL="914400" rtl="0" algn="l">
              <a:lnSpc>
                <a:spcPct val="115000"/>
              </a:lnSpc>
              <a:spcBef>
                <a:spcPts val="0"/>
              </a:spcBef>
              <a:spcAft>
                <a:spcPts val="0"/>
              </a:spcAft>
              <a:buClr>
                <a:schemeClr val="lt1"/>
              </a:buClr>
              <a:buSzPts val="2300"/>
              <a:buChar char="-"/>
            </a:pPr>
            <a:r>
              <a:rPr lang="en-US" sz="2300">
                <a:solidFill>
                  <a:schemeClr val="lt1"/>
                </a:solidFill>
              </a:rPr>
              <a:t>Costo totale stimato: $120-$360 per 48-72 ore di calcolo.</a:t>
            </a:r>
            <a:endParaRPr sz="2300">
              <a:solidFill>
                <a:schemeClr val="lt1"/>
              </a:solidFill>
            </a:endParaRPr>
          </a:p>
          <a:p>
            <a:pPr indent="-374650" lvl="1" marL="914400" rtl="0" algn="l">
              <a:lnSpc>
                <a:spcPct val="115000"/>
              </a:lnSpc>
              <a:spcBef>
                <a:spcPts val="0"/>
              </a:spcBef>
              <a:spcAft>
                <a:spcPts val="0"/>
              </a:spcAft>
              <a:buClr>
                <a:schemeClr val="lt1"/>
              </a:buClr>
              <a:buSzPts val="2300"/>
              <a:buChar char="-"/>
            </a:pPr>
            <a:r>
              <a:rPr lang="en-US" sz="2300">
                <a:solidFill>
                  <a:schemeClr val="lt1"/>
                </a:solidFill>
              </a:rPr>
              <a:t>Ulteriori costi per trasferimento dati.</a:t>
            </a:r>
            <a:endParaRPr sz="2300">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grpSp>
        <p:nvGrpSpPr>
          <p:cNvPr id="391" name="Google Shape;391;p19"/>
          <p:cNvGrpSpPr/>
          <p:nvPr/>
        </p:nvGrpSpPr>
        <p:grpSpPr>
          <a:xfrm>
            <a:off x="5809675" y="-816244"/>
            <a:ext cx="5364435" cy="2685422"/>
            <a:chOff x="0" y="-47625"/>
            <a:chExt cx="1412846" cy="707267"/>
          </a:xfrm>
        </p:grpSpPr>
        <p:sp>
          <p:nvSpPr>
            <p:cNvPr id="392" name="Google Shape;392;p19"/>
            <p:cNvSpPr/>
            <p:nvPr/>
          </p:nvSpPr>
          <p:spPr>
            <a:xfrm>
              <a:off x="0" y="0"/>
              <a:ext cx="1412846" cy="659642"/>
            </a:xfrm>
            <a:custGeom>
              <a:rect b="b" l="l" r="r" t="t"/>
              <a:pathLst>
                <a:path extrusionOk="0" h="659642" w="1412846">
                  <a:moveTo>
                    <a:pt x="0" y="0"/>
                  </a:moveTo>
                  <a:lnTo>
                    <a:pt x="1412846" y="0"/>
                  </a:lnTo>
                  <a:lnTo>
                    <a:pt x="1412846" y="659642"/>
                  </a:lnTo>
                  <a:lnTo>
                    <a:pt x="0" y="659642"/>
                  </a:lnTo>
                  <a:close/>
                </a:path>
              </a:pathLst>
            </a:custGeom>
            <a:solidFill>
              <a:srgbClr val="B62C16"/>
            </a:solidFill>
            <a:ln>
              <a:noFill/>
            </a:ln>
          </p:spPr>
        </p:sp>
        <p:sp>
          <p:nvSpPr>
            <p:cNvPr id="393" name="Google Shape;393;p19"/>
            <p:cNvSpPr txBox="1"/>
            <p:nvPr/>
          </p:nvSpPr>
          <p:spPr>
            <a:xfrm>
              <a:off x="0" y="-47625"/>
              <a:ext cx="1412846" cy="707267"/>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94" name="Google Shape;394;p19"/>
          <p:cNvSpPr txBox="1"/>
          <p:nvPr/>
        </p:nvSpPr>
        <p:spPr>
          <a:xfrm>
            <a:off x="1028700" y="923173"/>
            <a:ext cx="4781100" cy="1077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7000">
                <a:latin typeface="Archivo Black"/>
                <a:ea typeface="Archivo Black"/>
                <a:cs typeface="Archivo Black"/>
                <a:sym typeface="Archivo Black"/>
              </a:rPr>
              <a:t>COCOMO</a:t>
            </a:r>
            <a:r>
              <a:rPr b="0" i="0" lang="en-US" sz="7000" u="none" cap="none" strike="noStrike">
                <a:solidFill>
                  <a:srgbClr val="000000"/>
                </a:solidFill>
                <a:latin typeface="Archivo Black"/>
                <a:ea typeface="Archivo Black"/>
                <a:cs typeface="Archivo Black"/>
                <a:sym typeface="Archivo Black"/>
              </a:rPr>
              <a:t> </a:t>
            </a:r>
            <a:endParaRPr/>
          </a:p>
        </p:txBody>
      </p:sp>
      <p:sp>
        <p:nvSpPr>
          <p:cNvPr id="395" name="Google Shape;395;p19"/>
          <p:cNvSpPr txBox="1"/>
          <p:nvPr/>
        </p:nvSpPr>
        <p:spPr>
          <a:xfrm>
            <a:off x="6101324" y="1123266"/>
            <a:ext cx="4781100" cy="677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4400">
                <a:solidFill>
                  <a:srgbClr val="FFFFFF"/>
                </a:solidFill>
                <a:latin typeface="Archivo Black"/>
                <a:ea typeface="Archivo Black"/>
                <a:cs typeface="Archivo Black"/>
                <a:sym typeface="Archivo Black"/>
              </a:rPr>
              <a:t>EARLY DESIGN</a:t>
            </a:r>
            <a:endParaRPr sz="100"/>
          </a:p>
        </p:txBody>
      </p:sp>
      <p:pic>
        <p:nvPicPr>
          <p:cNvPr id="396" name="Google Shape;396;p19"/>
          <p:cNvPicPr preferRelativeResize="0"/>
          <p:nvPr/>
        </p:nvPicPr>
        <p:blipFill>
          <a:blip r:embed="rId3">
            <a:alphaModFix/>
          </a:blip>
          <a:stretch>
            <a:fillRect/>
          </a:stretch>
        </p:blipFill>
        <p:spPr>
          <a:xfrm>
            <a:off x="13824202" y="747724"/>
            <a:ext cx="787100" cy="1488753"/>
          </a:xfrm>
          <a:prstGeom prst="rect">
            <a:avLst/>
          </a:prstGeom>
          <a:noFill/>
          <a:ln>
            <a:noFill/>
          </a:ln>
        </p:spPr>
      </p:pic>
      <p:pic>
        <p:nvPicPr>
          <p:cNvPr id="397" name="Google Shape;397;p19"/>
          <p:cNvPicPr preferRelativeResize="0"/>
          <p:nvPr/>
        </p:nvPicPr>
        <p:blipFill>
          <a:blip r:embed="rId4">
            <a:alphaModFix/>
          </a:blip>
          <a:stretch>
            <a:fillRect/>
          </a:stretch>
        </p:blipFill>
        <p:spPr>
          <a:xfrm>
            <a:off x="17261400" y="447329"/>
            <a:ext cx="2053200" cy="1894322"/>
          </a:xfrm>
          <a:prstGeom prst="rect">
            <a:avLst/>
          </a:prstGeom>
          <a:noFill/>
          <a:ln>
            <a:noFill/>
          </a:ln>
        </p:spPr>
      </p:pic>
      <p:pic>
        <p:nvPicPr>
          <p:cNvPr id="398" name="Google Shape;398;p19"/>
          <p:cNvPicPr preferRelativeResize="0"/>
          <p:nvPr/>
        </p:nvPicPr>
        <p:blipFill>
          <a:blip r:embed="rId5">
            <a:alphaModFix/>
          </a:blip>
          <a:stretch>
            <a:fillRect/>
          </a:stretch>
        </p:blipFill>
        <p:spPr>
          <a:xfrm>
            <a:off x="0" y="10013701"/>
            <a:ext cx="7333377" cy="452225"/>
          </a:xfrm>
          <a:prstGeom prst="rect">
            <a:avLst/>
          </a:prstGeom>
          <a:noFill/>
          <a:ln>
            <a:noFill/>
          </a:ln>
        </p:spPr>
      </p:pic>
      <p:pic>
        <p:nvPicPr>
          <p:cNvPr id="399" name="Google Shape;399;p19"/>
          <p:cNvPicPr preferRelativeResize="0"/>
          <p:nvPr/>
        </p:nvPicPr>
        <p:blipFill>
          <a:blip r:embed="rId6">
            <a:alphaModFix/>
          </a:blip>
          <a:stretch>
            <a:fillRect/>
          </a:stretch>
        </p:blipFill>
        <p:spPr>
          <a:xfrm>
            <a:off x="7648313" y="106255"/>
            <a:ext cx="1687100" cy="531803"/>
          </a:xfrm>
          <a:prstGeom prst="rect">
            <a:avLst/>
          </a:prstGeom>
          <a:noFill/>
          <a:ln>
            <a:noFill/>
          </a:ln>
        </p:spPr>
      </p:pic>
      <p:sp>
        <p:nvSpPr>
          <p:cNvPr id="400" name="Google Shape;400;p19"/>
          <p:cNvSpPr txBox="1"/>
          <p:nvPr/>
        </p:nvSpPr>
        <p:spPr>
          <a:xfrm>
            <a:off x="1028700" y="2341646"/>
            <a:ext cx="15557400" cy="60567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1" lang="en-US" sz="2400">
                <a:latin typeface="Open Sans"/>
                <a:ea typeface="Open Sans"/>
                <a:cs typeface="Open Sans"/>
                <a:sym typeface="Open Sans"/>
              </a:rPr>
              <a:t>Size Stimata</a:t>
            </a:r>
            <a:r>
              <a:rPr lang="en-US" sz="2400">
                <a:latin typeface="Open Sans"/>
                <a:ea typeface="Open Sans"/>
                <a:cs typeface="Open Sans"/>
                <a:sym typeface="Open Sans"/>
              </a:rPr>
              <a:t> = 3.5 KLOC</a:t>
            </a:r>
            <a:endParaRPr sz="2400">
              <a:latin typeface="Open Sans"/>
              <a:ea typeface="Open Sans"/>
              <a:cs typeface="Open Sans"/>
              <a:sym typeface="Open Sans"/>
            </a:endParaRPr>
          </a:p>
          <a:p>
            <a:pPr indent="0" lvl="0" marL="0" marR="0" rtl="0" algn="l">
              <a:lnSpc>
                <a:spcPct val="139958"/>
              </a:lnSpc>
              <a:spcBef>
                <a:spcPts val="0"/>
              </a:spcBef>
              <a:spcAft>
                <a:spcPts val="0"/>
              </a:spcAft>
              <a:buNone/>
            </a:pPr>
            <a:r>
              <a:rPr b="1" lang="en-US" sz="2400">
                <a:latin typeface="Open Sans"/>
                <a:ea typeface="Open Sans"/>
                <a:cs typeface="Open Sans"/>
                <a:sym typeface="Open Sans"/>
              </a:rPr>
              <a:t>B</a:t>
            </a:r>
            <a:r>
              <a:rPr lang="en-US" sz="2400">
                <a:latin typeface="Open Sans"/>
                <a:ea typeface="Open Sans"/>
                <a:cs typeface="Open Sans"/>
                <a:sym typeface="Open Sans"/>
              </a:rPr>
              <a:t> = 1.1</a:t>
            </a:r>
            <a:endParaRPr sz="2400">
              <a:latin typeface="Open Sans"/>
              <a:ea typeface="Open Sans"/>
              <a:cs typeface="Open Sans"/>
              <a:sym typeface="Open Sans"/>
            </a:endParaRPr>
          </a:p>
          <a:p>
            <a:pPr indent="0" lvl="0" marL="0" marR="0" rtl="0" algn="l">
              <a:lnSpc>
                <a:spcPct val="139958"/>
              </a:lnSpc>
              <a:spcBef>
                <a:spcPts val="0"/>
              </a:spcBef>
              <a:spcAft>
                <a:spcPts val="0"/>
              </a:spcAft>
              <a:buNone/>
            </a:pPr>
            <a:r>
              <a:rPr b="1" lang="en-US" sz="2400">
                <a:latin typeface="Open Sans"/>
                <a:ea typeface="Open Sans"/>
                <a:cs typeface="Open Sans"/>
                <a:sym typeface="Open Sans"/>
              </a:rPr>
              <a:t>M </a:t>
            </a:r>
            <a:r>
              <a:rPr lang="en-US" sz="2400">
                <a:latin typeface="Open Sans"/>
                <a:ea typeface="Open Sans"/>
                <a:cs typeface="Open Sans"/>
                <a:sym typeface="Open Sans"/>
              </a:rPr>
              <a:t>= PERS * RPCX * RUSE * PDIF * PREX * FCIL * SCED</a:t>
            </a:r>
            <a:endParaRPr sz="2400">
              <a:latin typeface="Open Sans"/>
              <a:ea typeface="Open Sans"/>
              <a:cs typeface="Open Sans"/>
              <a:sym typeface="Open Sans"/>
            </a:endParaRPr>
          </a:p>
          <a:p>
            <a:pPr indent="0" lvl="0" marL="0" marR="0" rtl="0" algn="l">
              <a:lnSpc>
                <a:spcPct val="139958"/>
              </a:lnSpc>
              <a:spcBef>
                <a:spcPts val="0"/>
              </a:spcBef>
              <a:spcAft>
                <a:spcPts val="0"/>
              </a:spcAft>
              <a:buNone/>
            </a:pPr>
            <a:r>
              <a:rPr b="1" lang="en-US" sz="2400">
                <a:latin typeface="Open Sans"/>
                <a:ea typeface="Open Sans"/>
                <a:cs typeface="Open Sans"/>
                <a:sym typeface="Open Sans"/>
              </a:rPr>
              <a:t>A</a:t>
            </a:r>
            <a:r>
              <a:rPr lang="en-US" sz="2400">
                <a:latin typeface="Open Sans"/>
                <a:ea typeface="Open Sans"/>
                <a:cs typeface="Open Sans"/>
                <a:sym typeface="Open Sans"/>
              </a:rPr>
              <a:t> = 2.94</a:t>
            </a:r>
            <a:endParaRPr sz="2400">
              <a:latin typeface="Open Sans"/>
              <a:ea typeface="Open Sans"/>
              <a:cs typeface="Open Sans"/>
              <a:sym typeface="Open Sans"/>
            </a:endParaRPr>
          </a:p>
          <a:p>
            <a:pPr indent="0" lvl="0" marL="0" rtl="0" algn="l">
              <a:lnSpc>
                <a:spcPct val="139958"/>
              </a:lnSpc>
              <a:spcBef>
                <a:spcPts val="0"/>
              </a:spcBef>
              <a:spcAft>
                <a:spcPts val="0"/>
              </a:spcAft>
              <a:buClr>
                <a:schemeClr val="dk1"/>
              </a:buClr>
              <a:buSzPts val="1100"/>
              <a:buFont typeface="Arial"/>
              <a:buNone/>
            </a:pPr>
            <a:r>
              <a:rPr b="1" lang="en-US" sz="2400">
                <a:solidFill>
                  <a:schemeClr val="dk1"/>
                </a:solidFill>
                <a:latin typeface="Open Sans"/>
                <a:ea typeface="Open Sans"/>
                <a:cs typeface="Open Sans"/>
                <a:sym typeface="Open Sans"/>
              </a:rPr>
              <a:t>Valori Scelti:</a:t>
            </a:r>
            <a:br>
              <a:rPr lang="en-US" sz="2400">
                <a:solidFill>
                  <a:schemeClr val="dk1"/>
                </a:solidFill>
                <a:latin typeface="Open Sans"/>
                <a:ea typeface="Open Sans"/>
                <a:cs typeface="Open Sans"/>
                <a:sym typeface="Open Sans"/>
              </a:rPr>
            </a:br>
            <a:r>
              <a:rPr lang="en-US" sz="2400">
                <a:solidFill>
                  <a:schemeClr val="dk1"/>
                </a:solidFill>
                <a:latin typeface="Open Sans"/>
                <a:ea typeface="Open Sans"/>
                <a:cs typeface="Open Sans"/>
                <a:sym typeface="Open Sans"/>
              </a:rPr>
              <a:t>PERS = 0.86 (high)</a:t>
            </a:r>
            <a:br>
              <a:rPr lang="en-US" sz="2400">
                <a:solidFill>
                  <a:schemeClr val="dk1"/>
                </a:solidFill>
                <a:latin typeface="Open Sans"/>
                <a:ea typeface="Open Sans"/>
                <a:cs typeface="Open Sans"/>
                <a:sym typeface="Open Sans"/>
              </a:rPr>
            </a:br>
            <a:r>
              <a:rPr lang="en-US" sz="2400">
                <a:solidFill>
                  <a:schemeClr val="dk1"/>
                </a:solidFill>
                <a:latin typeface="Open Sans"/>
                <a:ea typeface="Open Sans"/>
                <a:cs typeface="Open Sans"/>
                <a:sym typeface="Open Sans"/>
              </a:rPr>
              <a:t>RPCX = 1.00 (nominal)</a:t>
            </a:r>
            <a:br>
              <a:rPr lang="en-US" sz="2400">
                <a:solidFill>
                  <a:schemeClr val="dk1"/>
                </a:solidFill>
                <a:latin typeface="Open Sans"/>
                <a:ea typeface="Open Sans"/>
                <a:cs typeface="Open Sans"/>
                <a:sym typeface="Open Sans"/>
              </a:rPr>
            </a:br>
            <a:r>
              <a:rPr lang="en-US" sz="2400">
                <a:solidFill>
                  <a:schemeClr val="dk1"/>
                </a:solidFill>
                <a:latin typeface="Open Sans"/>
                <a:ea typeface="Open Sans"/>
                <a:cs typeface="Open Sans"/>
                <a:sym typeface="Open Sans"/>
              </a:rPr>
              <a:t>RUSE = 0.94 (low)</a:t>
            </a:r>
            <a:br>
              <a:rPr lang="en-US" sz="2400">
                <a:solidFill>
                  <a:schemeClr val="dk1"/>
                </a:solidFill>
                <a:latin typeface="Open Sans"/>
                <a:ea typeface="Open Sans"/>
                <a:cs typeface="Open Sans"/>
                <a:sym typeface="Open Sans"/>
              </a:rPr>
            </a:br>
            <a:r>
              <a:rPr lang="en-US" sz="2400">
                <a:solidFill>
                  <a:schemeClr val="dk1"/>
                </a:solidFill>
                <a:latin typeface="Open Sans"/>
                <a:ea typeface="Open Sans"/>
                <a:cs typeface="Open Sans"/>
                <a:sym typeface="Open Sans"/>
              </a:rPr>
              <a:t>PDIF = 1.00 (nominal)</a:t>
            </a:r>
            <a:br>
              <a:rPr lang="en-US" sz="2400">
                <a:solidFill>
                  <a:schemeClr val="dk1"/>
                </a:solidFill>
                <a:latin typeface="Open Sans"/>
                <a:ea typeface="Open Sans"/>
                <a:cs typeface="Open Sans"/>
                <a:sym typeface="Open Sans"/>
              </a:rPr>
            </a:br>
            <a:r>
              <a:rPr lang="en-US" sz="2400">
                <a:solidFill>
                  <a:schemeClr val="dk1"/>
                </a:solidFill>
                <a:latin typeface="Open Sans"/>
                <a:ea typeface="Open Sans"/>
                <a:cs typeface="Open Sans"/>
                <a:sym typeface="Open Sans"/>
              </a:rPr>
              <a:t>PREX = 1.00 (nominal)</a:t>
            </a:r>
            <a:br>
              <a:rPr lang="en-US" sz="2400">
                <a:solidFill>
                  <a:schemeClr val="dk1"/>
                </a:solidFill>
                <a:latin typeface="Open Sans"/>
                <a:ea typeface="Open Sans"/>
                <a:cs typeface="Open Sans"/>
                <a:sym typeface="Open Sans"/>
              </a:rPr>
            </a:br>
            <a:r>
              <a:rPr lang="en-US" sz="2400">
                <a:solidFill>
                  <a:schemeClr val="dk1"/>
                </a:solidFill>
                <a:latin typeface="Open Sans"/>
                <a:ea typeface="Open Sans"/>
                <a:cs typeface="Open Sans"/>
                <a:sym typeface="Open Sans"/>
              </a:rPr>
              <a:t>FCIL = 0.91 (high)</a:t>
            </a:r>
            <a:br>
              <a:rPr lang="en-US" sz="2400">
                <a:solidFill>
                  <a:schemeClr val="dk1"/>
                </a:solidFill>
                <a:latin typeface="Open Sans"/>
                <a:ea typeface="Open Sans"/>
                <a:cs typeface="Open Sans"/>
                <a:sym typeface="Open Sans"/>
              </a:rPr>
            </a:br>
            <a:r>
              <a:rPr lang="en-US" sz="2400">
                <a:solidFill>
                  <a:schemeClr val="dk1"/>
                </a:solidFill>
                <a:latin typeface="Open Sans"/>
                <a:ea typeface="Open Sans"/>
                <a:cs typeface="Open Sans"/>
                <a:sym typeface="Open Sans"/>
              </a:rPr>
              <a:t>SCED = 1.00 (nominal)</a:t>
            </a:r>
            <a:endParaRPr sz="2400">
              <a:latin typeface="Open Sans"/>
              <a:ea typeface="Open Sans"/>
              <a:cs typeface="Open Sans"/>
              <a:sym typeface="Open Sans"/>
            </a:endParaRPr>
          </a:p>
        </p:txBody>
      </p:sp>
      <p:sp>
        <p:nvSpPr>
          <p:cNvPr id="401" name="Google Shape;401;p19"/>
          <p:cNvSpPr txBox="1"/>
          <p:nvPr/>
        </p:nvSpPr>
        <p:spPr>
          <a:xfrm>
            <a:off x="918275" y="8640850"/>
            <a:ext cx="65085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200"/>
              <a:t>PM = A * Size  * M  = 7,25657025</a:t>
            </a:r>
            <a:endParaRPr b="1" sz="2200"/>
          </a:p>
        </p:txBody>
      </p:sp>
      <p:sp>
        <p:nvSpPr>
          <p:cNvPr id="402" name="Google Shape;402;p19"/>
          <p:cNvSpPr txBox="1"/>
          <p:nvPr/>
        </p:nvSpPr>
        <p:spPr>
          <a:xfrm>
            <a:off x="3460500" y="8566488"/>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200">
                <a:solidFill>
                  <a:schemeClr val="dk1"/>
                </a:solidFill>
              </a:rPr>
              <a:t>B</a:t>
            </a:r>
            <a:endParaRPr b="1" sz="400"/>
          </a:p>
        </p:txBody>
      </p:sp>
      <p:grpSp>
        <p:nvGrpSpPr>
          <p:cNvPr id="403" name="Google Shape;403;p19"/>
          <p:cNvGrpSpPr/>
          <p:nvPr/>
        </p:nvGrpSpPr>
        <p:grpSpPr>
          <a:xfrm>
            <a:off x="11174100" y="2961251"/>
            <a:ext cx="8317707" cy="6356696"/>
            <a:chOff x="0" y="-47625"/>
            <a:chExt cx="1412846" cy="707400"/>
          </a:xfrm>
        </p:grpSpPr>
        <p:sp>
          <p:nvSpPr>
            <p:cNvPr id="404" name="Google Shape;404;p19"/>
            <p:cNvSpPr/>
            <p:nvPr/>
          </p:nvSpPr>
          <p:spPr>
            <a:xfrm>
              <a:off x="0" y="0"/>
              <a:ext cx="1412846" cy="659642"/>
            </a:xfrm>
            <a:custGeom>
              <a:rect b="b" l="l" r="r" t="t"/>
              <a:pathLst>
                <a:path extrusionOk="0" h="659642" w="1412846">
                  <a:moveTo>
                    <a:pt x="0" y="0"/>
                  </a:moveTo>
                  <a:lnTo>
                    <a:pt x="1412846" y="0"/>
                  </a:lnTo>
                  <a:lnTo>
                    <a:pt x="1412846" y="659642"/>
                  </a:lnTo>
                  <a:lnTo>
                    <a:pt x="0" y="659642"/>
                  </a:lnTo>
                  <a:close/>
                </a:path>
              </a:pathLst>
            </a:custGeom>
            <a:solidFill>
              <a:srgbClr val="B62C16"/>
            </a:solidFill>
            <a:ln>
              <a:noFill/>
            </a:ln>
          </p:spPr>
        </p:sp>
        <p:sp>
          <p:nvSpPr>
            <p:cNvPr id="405" name="Google Shape;405;p19"/>
            <p:cNvSpPr txBox="1"/>
            <p:nvPr/>
          </p:nvSpPr>
          <p:spPr>
            <a:xfrm>
              <a:off x="0" y="-47625"/>
              <a:ext cx="1412700" cy="707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06" name="Google Shape;406;p19"/>
          <p:cNvGrpSpPr/>
          <p:nvPr/>
        </p:nvGrpSpPr>
        <p:grpSpPr>
          <a:xfrm>
            <a:off x="10201401" y="3588925"/>
            <a:ext cx="8241186" cy="6094252"/>
            <a:chOff x="0" y="-47625"/>
            <a:chExt cx="780822" cy="1081500"/>
          </a:xfrm>
        </p:grpSpPr>
        <p:sp>
          <p:nvSpPr>
            <p:cNvPr id="407" name="Google Shape;407;p19"/>
            <p:cNvSpPr/>
            <p:nvPr/>
          </p:nvSpPr>
          <p:spPr>
            <a:xfrm>
              <a:off x="0" y="0"/>
              <a:ext cx="780822" cy="1033829"/>
            </a:xfrm>
            <a:custGeom>
              <a:rect b="b" l="l" r="r" t="t"/>
              <a:pathLst>
                <a:path extrusionOk="0" h="1033829" w="780822">
                  <a:moveTo>
                    <a:pt x="0" y="0"/>
                  </a:moveTo>
                  <a:lnTo>
                    <a:pt x="780822" y="0"/>
                  </a:lnTo>
                  <a:lnTo>
                    <a:pt x="780822" y="1033829"/>
                  </a:lnTo>
                  <a:lnTo>
                    <a:pt x="0" y="1033829"/>
                  </a:lnTo>
                  <a:close/>
                </a:path>
              </a:pathLst>
            </a:custGeom>
            <a:solidFill>
              <a:srgbClr val="000000">
                <a:alpha val="0"/>
              </a:srgbClr>
            </a:solidFill>
            <a:ln cap="sq" cmpd="sng" w="47625">
              <a:solidFill>
                <a:srgbClr val="000000"/>
              </a:solidFill>
              <a:prstDash val="solid"/>
              <a:miter lim="8000"/>
              <a:headEnd len="sm" w="sm" type="none"/>
              <a:tailEnd len="sm" w="sm" type="none"/>
            </a:ln>
          </p:spPr>
        </p:sp>
        <p:sp>
          <p:nvSpPr>
            <p:cNvPr id="408" name="Google Shape;408;p19"/>
            <p:cNvSpPr txBox="1"/>
            <p:nvPr/>
          </p:nvSpPr>
          <p:spPr>
            <a:xfrm>
              <a:off x="0" y="-47625"/>
              <a:ext cx="542100" cy="10815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09" name="Google Shape;409;p19"/>
          <p:cNvSpPr txBox="1"/>
          <p:nvPr/>
        </p:nvSpPr>
        <p:spPr>
          <a:xfrm>
            <a:off x="11174100" y="4020050"/>
            <a:ext cx="7095000" cy="5232000"/>
          </a:xfrm>
          <a:prstGeom prst="rect">
            <a:avLst/>
          </a:prstGeom>
          <a:noFill/>
          <a:ln>
            <a:noFill/>
          </a:ln>
        </p:spPr>
        <p:txBody>
          <a:bodyPr anchorCtr="0" anchor="t" bIns="91425" lIns="91425" spcFirstLastPara="1" rIns="91425" wrap="square" tIns="91425">
            <a:spAutoFit/>
          </a:bodyPr>
          <a:lstStyle/>
          <a:p>
            <a:pPr indent="0" lvl="0" marL="0" rtl="0" algn="l">
              <a:lnSpc>
                <a:spcPct val="139958"/>
              </a:lnSpc>
              <a:spcBef>
                <a:spcPts val="0"/>
              </a:spcBef>
              <a:spcAft>
                <a:spcPts val="0"/>
              </a:spcAft>
              <a:buNone/>
            </a:pPr>
            <a:r>
              <a:rPr b="1" lang="en-US" sz="2000">
                <a:solidFill>
                  <a:schemeClr val="lt1"/>
                </a:solidFill>
                <a:latin typeface="Open Sans"/>
                <a:ea typeface="Open Sans"/>
                <a:cs typeface="Open Sans"/>
                <a:sym typeface="Open Sans"/>
              </a:rPr>
              <a:t>NOTA:</a:t>
            </a:r>
            <a:r>
              <a:rPr lang="en-US" sz="2000">
                <a:solidFill>
                  <a:schemeClr val="lt1"/>
                </a:solidFill>
                <a:latin typeface="Open Sans"/>
                <a:ea typeface="Open Sans"/>
                <a:cs typeface="Open Sans"/>
                <a:sym typeface="Open Sans"/>
              </a:rPr>
              <a:t> La stima iniziale potrebbe non riflettere accuratamente le condizioni effettive del progetto. Ad esempio, alcuni fattori come la complessità del prodotto o le tempistiche richieste potrebbero essere stati sovrastimati. È possibile che alcune delle variabili considerate nel modello non rispecchino pienamente la natura specifica del progetto che sto affrontando. Inoltre, l'uso di strumenti o tecniche che semplificano il processo potrebbe non essere stato adeguatamente considerato nella stima. Per questo motivo, anche se la stima suggerisce un tempo maggiore, ritengo sia possibile completarlo comunque entro la scadenza.</a:t>
            </a:r>
            <a:endParaRPr sz="1000">
              <a:solidFill>
                <a:schemeClr val="lt1"/>
              </a:solidFill>
            </a:endParaRPr>
          </a:p>
        </p:txBody>
      </p:sp>
      <p:cxnSp>
        <p:nvCxnSpPr>
          <p:cNvPr id="410" name="Google Shape;410;p19"/>
          <p:cNvCxnSpPr/>
          <p:nvPr/>
        </p:nvCxnSpPr>
        <p:spPr>
          <a:xfrm>
            <a:off x="1021525" y="8572500"/>
            <a:ext cx="8462100" cy="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cxnSp>
        <p:nvCxnSpPr>
          <p:cNvPr id="415" name="Google Shape;415;p20"/>
          <p:cNvCxnSpPr/>
          <p:nvPr/>
        </p:nvCxnSpPr>
        <p:spPr>
          <a:xfrm>
            <a:off x="0" y="5293228"/>
            <a:ext cx="7594200" cy="0"/>
          </a:xfrm>
          <a:prstGeom prst="straightConnector1">
            <a:avLst/>
          </a:prstGeom>
          <a:noFill/>
          <a:ln cap="flat" cmpd="sng" w="38100">
            <a:solidFill>
              <a:srgbClr val="C2C2C2"/>
            </a:solidFill>
            <a:prstDash val="solid"/>
            <a:round/>
            <a:headEnd len="sm" w="sm" type="none"/>
            <a:tailEnd len="sm" w="sm" type="none"/>
          </a:ln>
        </p:spPr>
      </p:cxnSp>
      <p:cxnSp>
        <p:nvCxnSpPr>
          <p:cNvPr id="416" name="Google Shape;416;p20"/>
          <p:cNvCxnSpPr/>
          <p:nvPr/>
        </p:nvCxnSpPr>
        <p:spPr>
          <a:xfrm>
            <a:off x="0" y="6477704"/>
            <a:ext cx="7594200" cy="0"/>
          </a:xfrm>
          <a:prstGeom prst="straightConnector1">
            <a:avLst/>
          </a:prstGeom>
          <a:noFill/>
          <a:ln cap="flat" cmpd="sng" w="38100">
            <a:solidFill>
              <a:srgbClr val="C2C2C2"/>
            </a:solidFill>
            <a:prstDash val="solid"/>
            <a:round/>
            <a:headEnd len="sm" w="sm" type="none"/>
            <a:tailEnd len="sm" w="sm" type="none"/>
          </a:ln>
        </p:spPr>
      </p:cxnSp>
      <p:cxnSp>
        <p:nvCxnSpPr>
          <p:cNvPr id="417" name="Google Shape;417;p20"/>
          <p:cNvCxnSpPr/>
          <p:nvPr/>
        </p:nvCxnSpPr>
        <p:spPr>
          <a:xfrm>
            <a:off x="0" y="7662179"/>
            <a:ext cx="7594200" cy="0"/>
          </a:xfrm>
          <a:prstGeom prst="straightConnector1">
            <a:avLst/>
          </a:prstGeom>
          <a:noFill/>
          <a:ln cap="flat" cmpd="sng" w="38100">
            <a:solidFill>
              <a:srgbClr val="C2C2C2"/>
            </a:solidFill>
            <a:prstDash val="solid"/>
            <a:round/>
            <a:headEnd len="sm" w="sm" type="none"/>
            <a:tailEnd len="sm" w="sm" type="none"/>
          </a:ln>
        </p:spPr>
      </p:cxnSp>
      <p:cxnSp>
        <p:nvCxnSpPr>
          <p:cNvPr id="418" name="Google Shape;418;p20"/>
          <p:cNvCxnSpPr/>
          <p:nvPr/>
        </p:nvCxnSpPr>
        <p:spPr>
          <a:xfrm>
            <a:off x="0" y="4155982"/>
            <a:ext cx="7594200" cy="0"/>
          </a:xfrm>
          <a:prstGeom prst="straightConnector1">
            <a:avLst/>
          </a:prstGeom>
          <a:noFill/>
          <a:ln cap="flat" cmpd="sng" w="38100">
            <a:solidFill>
              <a:srgbClr val="C2C2C2"/>
            </a:solidFill>
            <a:prstDash val="solid"/>
            <a:round/>
            <a:headEnd len="sm" w="sm" type="none"/>
            <a:tailEnd len="sm" w="sm" type="none"/>
          </a:ln>
        </p:spPr>
      </p:cxnSp>
      <p:cxnSp>
        <p:nvCxnSpPr>
          <p:cNvPr id="419" name="Google Shape;419;p20"/>
          <p:cNvCxnSpPr/>
          <p:nvPr/>
        </p:nvCxnSpPr>
        <p:spPr>
          <a:xfrm>
            <a:off x="4606213" y="2715457"/>
            <a:ext cx="0" cy="6456900"/>
          </a:xfrm>
          <a:prstGeom prst="straightConnector1">
            <a:avLst/>
          </a:prstGeom>
          <a:noFill/>
          <a:ln cap="flat" cmpd="sng" w="38100">
            <a:solidFill>
              <a:srgbClr val="C2C2C2"/>
            </a:solidFill>
            <a:prstDash val="solid"/>
            <a:round/>
            <a:headEnd len="sm" w="sm" type="none"/>
            <a:tailEnd len="sm" w="sm" type="none"/>
          </a:ln>
        </p:spPr>
      </p:cxnSp>
      <p:cxnSp>
        <p:nvCxnSpPr>
          <p:cNvPr id="420" name="Google Shape;420;p20"/>
          <p:cNvCxnSpPr/>
          <p:nvPr/>
        </p:nvCxnSpPr>
        <p:spPr>
          <a:xfrm>
            <a:off x="3363341" y="2715457"/>
            <a:ext cx="0" cy="6456900"/>
          </a:xfrm>
          <a:prstGeom prst="straightConnector1">
            <a:avLst/>
          </a:prstGeom>
          <a:noFill/>
          <a:ln cap="flat" cmpd="sng" w="38100">
            <a:solidFill>
              <a:srgbClr val="C2C2C2"/>
            </a:solidFill>
            <a:prstDash val="solid"/>
            <a:round/>
            <a:headEnd len="sm" w="sm" type="none"/>
            <a:tailEnd len="sm" w="sm" type="none"/>
          </a:ln>
        </p:spPr>
      </p:cxnSp>
      <p:cxnSp>
        <p:nvCxnSpPr>
          <p:cNvPr id="421" name="Google Shape;421;p20"/>
          <p:cNvCxnSpPr/>
          <p:nvPr/>
        </p:nvCxnSpPr>
        <p:spPr>
          <a:xfrm>
            <a:off x="2110815" y="2715457"/>
            <a:ext cx="0" cy="6456900"/>
          </a:xfrm>
          <a:prstGeom prst="straightConnector1">
            <a:avLst/>
          </a:prstGeom>
          <a:noFill/>
          <a:ln cap="flat" cmpd="sng" w="38100">
            <a:solidFill>
              <a:srgbClr val="C2C2C2"/>
            </a:solidFill>
            <a:prstDash val="solid"/>
            <a:round/>
            <a:headEnd len="sm" w="sm" type="none"/>
            <a:tailEnd len="sm" w="sm" type="none"/>
          </a:ln>
        </p:spPr>
      </p:cxnSp>
      <p:cxnSp>
        <p:nvCxnSpPr>
          <p:cNvPr id="422" name="Google Shape;422;p20"/>
          <p:cNvCxnSpPr/>
          <p:nvPr/>
        </p:nvCxnSpPr>
        <p:spPr>
          <a:xfrm>
            <a:off x="777595" y="2715457"/>
            <a:ext cx="0" cy="6456900"/>
          </a:xfrm>
          <a:prstGeom prst="straightConnector1">
            <a:avLst/>
          </a:prstGeom>
          <a:noFill/>
          <a:ln cap="flat" cmpd="sng" w="38100">
            <a:solidFill>
              <a:srgbClr val="C2C2C2"/>
            </a:solidFill>
            <a:prstDash val="solid"/>
            <a:round/>
            <a:headEnd len="sm" w="sm" type="none"/>
            <a:tailEnd len="sm" w="sm" type="none"/>
          </a:ln>
        </p:spPr>
      </p:cxnSp>
      <p:cxnSp>
        <p:nvCxnSpPr>
          <p:cNvPr id="423" name="Google Shape;423;p20"/>
          <p:cNvCxnSpPr/>
          <p:nvPr/>
        </p:nvCxnSpPr>
        <p:spPr>
          <a:xfrm>
            <a:off x="0" y="2971507"/>
            <a:ext cx="7594200" cy="0"/>
          </a:xfrm>
          <a:prstGeom prst="straightConnector1">
            <a:avLst/>
          </a:prstGeom>
          <a:noFill/>
          <a:ln cap="flat" cmpd="sng" w="38100">
            <a:solidFill>
              <a:srgbClr val="C2C2C2"/>
            </a:solidFill>
            <a:prstDash val="solid"/>
            <a:round/>
            <a:headEnd len="sm" w="sm" type="none"/>
            <a:tailEnd len="sm" w="sm" type="none"/>
          </a:ln>
        </p:spPr>
      </p:cxnSp>
      <p:cxnSp>
        <p:nvCxnSpPr>
          <p:cNvPr id="424" name="Google Shape;424;p20"/>
          <p:cNvCxnSpPr/>
          <p:nvPr/>
        </p:nvCxnSpPr>
        <p:spPr>
          <a:xfrm>
            <a:off x="6898785" y="2702431"/>
            <a:ext cx="0" cy="6142800"/>
          </a:xfrm>
          <a:prstGeom prst="straightConnector1">
            <a:avLst/>
          </a:prstGeom>
          <a:noFill/>
          <a:ln cap="flat" cmpd="sng" w="38100">
            <a:solidFill>
              <a:srgbClr val="C2C2C2"/>
            </a:solidFill>
            <a:prstDash val="solid"/>
            <a:round/>
            <a:headEnd len="sm" w="sm" type="none"/>
            <a:tailEnd len="sm" w="sm" type="none"/>
          </a:ln>
        </p:spPr>
      </p:cxnSp>
      <p:cxnSp>
        <p:nvCxnSpPr>
          <p:cNvPr id="425" name="Google Shape;425;p20"/>
          <p:cNvCxnSpPr/>
          <p:nvPr/>
        </p:nvCxnSpPr>
        <p:spPr>
          <a:xfrm>
            <a:off x="5752511" y="2702431"/>
            <a:ext cx="0" cy="6142800"/>
          </a:xfrm>
          <a:prstGeom prst="straightConnector1">
            <a:avLst/>
          </a:prstGeom>
          <a:noFill/>
          <a:ln cap="flat" cmpd="sng" w="38100">
            <a:solidFill>
              <a:srgbClr val="C2C2C2"/>
            </a:solidFill>
            <a:prstDash val="solid"/>
            <a:round/>
            <a:headEnd len="sm" w="sm" type="none"/>
            <a:tailEnd len="sm" w="sm" type="none"/>
          </a:ln>
        </p:spPr>
      </p:cxnSp>
      <p:grpSp>
        <p:nvGrpSpPr>
          <p:cNvPr id="426" name="Google Shape;426;p20"/>
          <p:cNvGrpSpPr/>
          <p:nvPr/>
        </p:nvGrpSpPr>
        <p:grpSpPr>
          <a:xfrm>
            <a:off x="564051" y="2908250"/>
            <a:ext cx="7264322" cy="6094252"/>
            <a:chOff x="0" y="-47625"/>
            <a:chExt cx="780900" cy="1081500"/>
          </a:xfrm>
        </p:grpSpPr>
        <p:sp>
          <p:nvSpPr>
            <p:cNvPr id="427" name="Google Shape;427;p20"/>
            <p:cNvSpPr/>
            <p:nvPr/>
          </p:nvSpPr>
          <p:spPr>
            <a:xfrm>
              <a:off x="0" y="0"/>
              <a:ext cx="780822" cy="1033829"/>
            </a:xfrm>
            <a:custGeom>
              <a:rect b="b" l="l" r="r" t="t"/>
              <a:pathLst>
                <a:path extrusionOk="0" h="1033829" w="780822">
                  <a:moveTo>
                    <a:pt x="0" y="0"/>
                  </a:moveTo>
                  <a:lnTo>
                    <a:pt x="780822" y="0"/>
                  </a:lnTo>
                  <a:lnTo>
                    <a:pt x="780822" y="1033829"/>
                  </a:lnTo>
                  <a:lnTo>
                    <a:pt x="0" y="1033829"/>
                  </a:lnTo>
                  <a:close/>
                </a:path>
              </a:pathLst>
            </a:custGeom>
            <a:solidFill>
              <a:srgbClr val="B62C16"/>
            </a:solidFill>
            <a:ln>
              <a:noFill/>
            </a:ln>
          </p:spPr>
        </p:sp>
        <p:sp>
          <p:nvSpPr>
            <p:cNvPr id="428" name="Google Shape;428;p20"/>
            <p:cNvSpPr txBox="1"/>
            <p:nvPr/>
          </p:nvSpPr>
          <p:spPr>
            <a:xfrm>
              <a:off x="0" y="-47625"/>
              <a:ext cx="780900" cy="10815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29" name="Google Shape;429;p20"/>
          <p:cNvSpPr/>
          <p:nvPr/>
        </p:nvSpPr>
        <p:spPr>
          <a:xfrm rot="5400000">
            <a:off x="16469565" y="8944212"/>
            <a:ext cx="475647" cy="1103822"/>
          </a:xfrm>
          <a:custGeom>
            <a:rect b="b" l="l" r="r" t="t"/>
            <a:pathLst>
              <a:path extrusionOk="0" h="1103822" w="475647">
                <a:moveTo>
                  <a:pt x="0" y="0"/>
                </a:moveTo>
                <a:lnTo>
                  <a:pt x="475647" y="0"/>
                </a:lnTo>
                <a:lnTo>
                  <a:pt x="475647" y="1103823"/>
                </a:lnTo>
                <a:lnTo>
                  <a:pt x="0" y="1103823"/>
                </a:lnTo>
                <a:lnTo>
                  <a:pt x="0" y="0"/>
                </a:lnTo>
                <a:close/>
              </a:path>
            </a:pathLst>
          </a:custGeom>
          <a:blipFill rotWithShape="1">
            <a:blip r:embed="rId3">
              <a:alphaModFix/>
            </a:blip>
            <a:stretch>
              <a:fillRect b="0" l="0" r="0" t="0"/>
            </a:stretch>
          </a:blipFill>
          <a:ln>
            <a:noFill/>
          </a:ln>
        </p:spPr>
      </p:sp>
      <p:sp>
        <p:nvSpPr>
          <p:cNvPr id="430" name="Google Shape;430;p20"/>
          <p:cNvSpPr/>
          <p:nvPr/>
        </p:nvSpPr>
        <p:spPr>
          <a:xfrm rot="-5400000">
            <a:off x="1342788" y="8944212"/>
            <a:ext cx="475647" cy="1103822"/>
          </a:xfrm>
          <a:custGeom>
            <a:rect b="b" l="l" r="r" t="t"/>
            <a:pathLst>
              <a:path extrusionOk="0" h="1103822" w="475647">
                <a:moveTo>
                  <a:pt x="0" y="0"/>
                </a:moveTo>
                <a:lnTo>
                  <a:pt x="475647" y="0"/>
                </a:lnTo>
                <a:lnTo>
                  <a:pt x="475647" y="1103823"/>
                </a:lnTo>
                <a:lnTo>
                  <a:pt x="0" y="1103823"/>
                </a:lnTo>
                <a:lnTo>
                  <a:pt x="0" y="0"/>
                </a:lnTo>
                <a:close/>
              </a:path>
            </a:pathLst>
          </a:custGeom>
          <a:blipFill rotWithShape="1">
            <a:blip r:embed="rId3">
              <a:alphaModFix/>
            </a:blip>
            <a:stretch>
              <a:fillRect b="0" l="0" r="0" t="0"/>
            </a:stretch>
          </a:blipFill>
          <a:ln>
            <a:noFill/>
          </a:ln>
        </p:spPr>
      </p:sp>
      <p:sp>
        <p:nvSpPr>
          <p:cNvPr id="431" name="Google Shape;431;p20"/>
          <p:cNvSpPr txBox="1"/>
          <p:nvPr/>
        </p:nvSpPr>
        <p:spPr>
          <a:xfrm>
            <a:off x="564053" y="1890625"/>
            <a:ext cx="7216800" cy="738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US" sz="4800">
                <a:latin typeface="Archivo Black"/>
                <a:ea typeface="Archivo Black"/>
                <a:cs typeface="Archivo Black"/>
                <a:sym typeface="Archivo Black"/>
              </a:rPr>
              <a:t>FUNCTIONALITY</a:t>
            </a:r>
            <a:endParaRPr sz="4800"/>
          </a:p>
        </p:txBody>
      </p:sp>
      <p:sp>
        <p:nvSpPr>
          <p:cNvPr id="432" name="Google Shape;432;p20"/>
          <p:cNvSpPr txBox="1"/>
          <p:nvPr/>
        </p:nvSpPr>
        <p:spPr>
          <a:xfrm>
            <a:off x="10371702" y="1890713"/>
            <a:ext cx="7216800" cy="738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US" sz="4800">
                <a:latin typeface="Archivo Black"/>
                <a:ea typeface="Archivo Black"/>
                <a:cs typeface="Archivo Black"/>
                <a:sym typeface="Archivo Black"/>
              </a:rPr>
              <a:t>USABILITY</a:t>
            </a:r>
            <a:endParaRPr sz="4800"/>
          </a:p>
        </p:txBody>
      </p:sp>
      <p:grpSp>
        <p:nvGrpSpPr>
          <p:cNvPr id="433" name="Google Shape;433;p20"/>
          <p:cNvGrpSpPr/>
          <p:nvPr/>
        </p:nvGrpSpPr>
        <p:grpSpPr>
          <a:xfrm>
            <a:off x="15201900" y="-180827"/>
            <a:ext cx="3086120" cy="1792896"/>
            <a:chOff x="0" y="-47625"/>
            <a:chExt cx="812800" cy="472200"/>
          </a:xfrm>
        </p:grpSpPr>
        <p:sp>
          <p:nvSpPr>
            <p:cNvPr id="434" name="Google Shape;434;p20"/>
            <p:cNvSpPr/>
            <p:nvPr/>
          </p:nvSpPr>
          <p:spPr>
            <a:xfrm>
              <a:off x="0" y="0"/>
              <a:ext cx="812800" cy="424531"/>
            </a:xfrm>
            <a:custGeom>
              <a:rect b="b" l="l" r="r" t="t"/>
              <a:pathLst>
                <a:path extrusionOk="0" h="424531" w="812800">
                  <a:moveTo>
                    <a:pt x="0" y="0"/>
                  </a:moveTo>
                  <a:lnTo>
                    <a:pt x="812800" y="0"/>
                  </a:lnTo>
                  <a:lnTo>
                    <a:pt x="812800" y="424531"/>
                  </a:lnTo>
                  <a:lnTo>
                    <a:pt x="0" y="424531"/>
                  </a:lnTo>
                  <a:close/>
                </a:path>
              </a:pathLst>
            </a:custGeom>
            <a:solidFill>
              <a:srgbClr val="B62C16"/>
            </a:solidFill>
            <a:ln>
              <a:noFill/>
            </a:ln>
          </p:spPr>
        </p:sp>
        <p:sp>
          <p:nvSpPr>
            <p:cNvPr id="435" name="Google Shape;435;p20"/>
            <p:cNvSpPr txBox="1"/>
            <p:nvPr/>
          </p:nvSpPr>
          <p:spPr>
            <a:xfrm>
              <a:off x="0" y="-47625"/>
              <a:ext cx="812700" cy="4722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36" name="Google Shape;436;p20"/>
          <p:cNvGrpSpPr/>
          <p:nvPr/>
        </p:nvGrpSpPr>
        <p:grpSpPr>
          <a:xfrm>
            <a:off x="10633248" y="2908250"/>
            <a:ext cx="6912761" cy="6094252"/>
            <a:chOff x="0" y="-47625"/>
            <a:chExt cx="780900" cy="1081500"/>
          </a:xfrm>
        </p:grpSpPr>
        <p:sp>
          <p:nvSpPr>
            <p:cNvPr id="437" name="Google Shape;437;p20"/>
            <p:cNvSpPr/>
            <p:nvPr/>
          </p:nvSpPr>
          <p:spPr>
            <a:xfrm>
              <a:off x="0" y="0"/>
              <a:ext cx="780822" cy="1033829"/>
            </a:xfrm>
            <a:custGeom>
              <a:rect b="b" l="l" r="r" t="t"/>
              <a:pathLst>
                <a:path extrusionOk="0" h="1033829" w="780822">
                  <a:moveTo>
                    <a:pt x="0" y="0"/>
                  </a:moveTo>
                  <a:lnTo>
                    <a:pt x="780822" y="0"/>
                  </a:lnTo>
                  <a:lnTo>
                    <a:pt x="780822" y="1033829"/>
                  </a:lnTo>
                  <a:lnTo>
                    <a:pt x="0" y="1033829"/>
                  </a:lnTo>
                  <a:close/>
                </a:path>
              </a:pathLst>
            </a:custGeom>
            <a:solidFill>
              <a:srgbClr val="B62C16"/>
            </a:solidFill>
            <a:ln>
              <a:noFill/>
            </a:ln>
          </p:spPr>
        </p:sp>
        <p:sp>
          <p:nvSpPr>
            <p:cNvPr id="438" name="Google Shape;438;p20"/>
            <p:cNvSpPr txBox="1"/>
            <p:nvPr/>
          </p:nvSpPr>
          <p:spPr>
            <a:xfrm>
              <a:off x="0" y="-47625"/>
              <a:ext cx="780900" cy="10815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39" name="Google Shape;439;p20"/>
          <p:cNvGrpSpPr/>
          <p:nvPr/>
        </p:nvGrpSpPr>
        <p:grpSpPr>
          <a:xfrm>
            <a:off x="10458562" y="3067886"/>
            <a:ext cx="6912058" cy="6094036"/>
            <a:chOff x="0" y="-47625"/>
            <a:chExt cx="780900" cy="1081500"/>
          </a:xfrm>
        </p:grpSpPr>
        <p:sp>
          <p:nvSpPr>
            <p:cNvPr id="440" name="Google Shape;440;p20"/>
            <p:cNvSpPr/>
            <p:nvPr/>
          </p:nvSpPr>
          <p:spPr>
            <a:xfrm>
              <a:off x="0" y="0"/>
              <a:ext cx="780822" cy="1033829"/>
            </a:xfrm>
            <a:custGeom>
              <a:rect b="b" l="l" r="r" t="t"/>
              <a:pathLst>
                <a:path extrusionOk="0" h="1033829" w="780822">
                  <a:moveTo>
                    <a:pt x="0" y="0"/>
                  </a:moveTo>
                  <a:lnTo>
                    <a:pt x="780822" y="0"/>
                  </a:lnTo>
                  <a:lnTo>
                    <a:pt x="780822" y="1033829"/>
                  </a:lnTo>
                  <a:lnTo>
                    <a:pt x="0" y="1033829"/>
                  </a:lnTo>
                  <a:close/>
                </a:path>
              </a:pathLst>
            </a:custGeom>
            <a:solidFill>
              <a:srgbClr val="000000">
                <a:alpha val="0"/>
              </a:srgbClr>
            </a:solidFill>
            <a:ln cap="sq" cmpd="sng" w="47625">
              <a:solidFill>
                <a:srgbClr val="000000"/>
              </a:solidFill>
              <a:prstDash val="solid"/>
              <a:miter lim="8000"/>
              <a:headEnd len="sm" w="sm" type="none"/>
              <a:tailEnd len="sm" w="sm" type="none"/>
            </a:ln>
          </p:spPr>
        </p:sp>
        <p:sp>
          <p:nvSpPr>
            <p:cNvPr id="441" name="Google Shape;441;p20"/>
            <p:cNvSpPr txBox="1"/>
            <p:nvPr/>
          </p:nvSpPr>
          <p:spPr>
            <a:xfrm>
              <a:off x="0" y="-47625"/>
              <a:ext cx="780900" cy="10815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442" name="Google Shape;442;p20"/>
          <p:cNvCxnSpPr/>
          <p:nvPr/>
        </p:nvCxnSpPr>
        <p:spPr>
          <a:xfrm>
            <a:off x="14730633" y="-883373"/>
            <a:ext cx="7776300" cy="0"/>
          </a:xfrm>
          <a:prstGeom prst="straightConnector1">
            <a:avLst/>
          </a:prstGeom>
          <a:noFill/>
          <a:ln cap="flat" cmpd="sng" w="38100">
            <a:solidFill>
              <a:srgbClr val="C2C2C2"/>
            </a:solidFill>
            <a:prstDash val="solid"/>
            <a:round/>
            <a:headEnd len="sm" w="sm" type="none"/>
            <a:tailEnd len="sm" w="sm" type="none"/>
          </a:ln>
        </p:spPr>
      </p:cxnSp>
      <p:cxnSp>
        <p:nvCxnSpPr>
          <p:cNvPr id="443" name="Google Shape;443;p20"/>
          <p:cNvCxnSpPr/>
          <p:nvPr/>
        </p:nvCxnSpPr>
        <p:spPr>
          <a:xfrm>
            <a:off x="14730633" y="-3349186"/>
            <a:ext cx="7776300" cy="0"/>
          </a:xfrm>
          <a:prstGeom prst="straightConnector1">
            <a:avLst/>
          </a:prstGeom>
          <a:noFill/>
          <a:ln cap="flat" cmpd="sng" w="38100">
            <a:solidFill>
              <a:srgbClr val="C2C2C2"/>
            </a:solidFill>
            <a:prstDash val="solid"/>
            <a:round/>
            <a:headEnd len="sm" w="sm" type="none"/>
            <a:tailEnd len="sm" w="sm" type="none"/>
          </a:ln>
        </p:spPr>
      </p:cxnSp>
      <p:cxnSp>
        <p:nvCxnSpPr>
          <p:cNvPr id="444" name="Google Shape;444;p20"/>
          <p:cNvCxnSpPr/>
          <p:nvPr/>
        </p:nvCxnSpPr>
        <p:spPr>
          <a:xfrm>
            <a:off x="22076672" y="-3968541"/>
            <a:ext cx="0" cy="7320300"/>
          </a:xfrm>
          <a:prstGeom prst="straightConnector1">
            <a:avLst/>
          </a:prstGeom>
          <a:noFill/>
          <a:ln cap="flat" cmpd="sng" w="38100">
            <a:solidFill>
              <a:srgbClr val="C2C2C2"/>
            </a:solidFill>
            <a:prstDash val="solid"/>
            <a:round/>
            <a:headEnd len="sm" w="sm" type="none"/>
            <a:tailEnd len="sm" w="sm" type="none"/>
          </a:ln>
        </p:spPr>
      </p:cxnSp>
      <p:cxnSp>
        <p:nvCxnSpPr>
          <p:cNvPr id="445" name="Google Shape;445;p20"/>
          <p:cNvCxnSpPr/>
          <p:nvPr/>
        </p:nvCxnSpPr>
        <p:spPr>
          <a:xfrm>
            <a:off x="14730633" y="-2091199"/>
            <a:ext cx="7776300" cy="0"/>
          </a:xfrm>
          <a:prstGeom prst="straightConnector1">
            <a:avLst/>
          </a:prstGeom>
          <a:noFill/>
          <a:ln cap="flat" cmpd="sng" w="38100">
            <a:solidFill>
              <a:srgbClr val="C2C2C2"/>
            </a:solidFill>
            <a:prstDash val="solid"/>
            <a:round/>
            <a:headEnd len="sm" w="sm" type="none"/>
            <a:tailEnd len="sm" w="sm" type="none"/>
          </a:ln>
        </p:spPr>
      </p:cxnSp>
      <p:grpSp>
        <p:nvGrpSpPr>
          <p:cNvPr id="446" name="Google Shape;446;p20"/>
          <p:cNvGrpSpPr/>
          <p:nvPr/>
        </p:nvGrpSpPr>
        <p:grpSpPr>
          <a:xfrm>
            <a:off x="708575" y="3067900"/>
            <a:ext cx="7264322" cy="6094252"/>
            <a:chOff x="0" y="-47625"/>
            <a:chExt cx="780900" cy="1081500"/>
          </a:xfrm>
        </p:grpSpPr>
        <p:sp>
          <p:nvSpPr>
            <p:cNvPr id="447" name="Google Shape;447;p20"/>
            <p:cNvSpPr/>
            <p:nvPr/>
          </p:nvSpPr>
          <p:spPr>
            <a:xfrm>
              <a:off x="0" y="0"/>
              <a:ext cx="780822" cy="1033829"/>
            </a:xfrm>
            <a:custGeom>
              <a:rect b="b" l="l" r="r" t="t"/>
              <a:pathLst>
                <a:path extrusionOk="0" h="1033829" w="780822">
                  <a:moveTo>
                    <a:pt x="0" y="0"/>
                  </a:moveTo>
                  <a:lnTo>
                    <a:pt x="780822" y="0"/>
                  </a:lnTo>
                  <a:lnTo>
                    <a:pt x="780822" y="1033829"/>
                  </a:lnTo>
                  <a:lnTo>
                    <a:pt x="0" y="1033829"/>
                  </a:lnTo>
                  <a:close/>
                </a:path>
              </a:pathLst>
            </a:custGeom>
            <a:solidFill>
              <a:srgbClr val="000000">
                <a:alpha val="0"/>
              </a:srgbClr>
            </a:solidFill>
            <a:ln cap="sq" cmpd="sng" w="47625">
              <a:solidFill>
                <a:srgbClr val="000000"/>
              </a:solidFill>
              <a:prstDash val="solid"/>
              <a:miter lim="8000"/>
              <a:headEnd len="sm" w="sm" type="none"/>
              <a:tailEnd len="sm" w="sm" type="none"/>
            </a:ln>
          </p:spPr>
        </p:sp>
        <p:sp>
          <p:nvSpPr>
            <p:cNvPr id="448" name="Google Shape;448;p20"/>
            <p:cNvSpPr txBox="1"/>
            <p:nvPr/>
          </p:nvSpPr>
          <p:spPr>
            <a:xfrm>
              <a:off x="0" y="-47625"/>
              <a:ext cx="780900" cy="10815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49" name="Google Shape;449;p20"/>
          <p:cNvSpPr txBox="1"/>
          <p:nvPr/>
        </p:nvSpPr>
        <p:spPr>
          <a:xfrm>
            <a:off x="832250" y="3710425"/>
            <a:ext cx="6680400" cy="6968100"/>
          </a:xfrm>
          <a:prstGeom prst="rect">
            <a:avLst/>
          </a:prstGeom>
          <a:noFill/>
          <a:ln>
            <a:noFill/>
          </a:ln>
        </p:spPr>
        <p:txBody>
          <a:bodyPr anchorCtr="0" anchor="t" bIns="0" lIns="0" spcFirstLastPara="1" rIns="0" wrap="square" tIns="0">
            <a:spAutoFit/>
          </a:bodyPr>
          <a:lstStyle/>
          <a:p>
            <a:pPr indent="-342900" lvl="0" marL="457200" rtl="0" algn="l">
              <a:lnSpc>
                <a:spcPct val="115000"/>
              </a:lnSpc>
              <a:spcBef>
                <a:spcPts val="0"/>
              </a:spcBef>
              <a:spcAft>
                <a:spcPts val="0"/>
              </a:spcAft>
              <a:buClr>
                <a:schemeClr val="lt1"/>
              </a:buClr>
              <a:buSzPts val="1800"/>
              <a:buFont typeface="Open Sans"/>
              <a:buChar char="-"/>
            </a:pPr>
            <a:r>
              <a:rPr b="1" lang="en-US" sz="1800">
                <a:solidFill>
                  <a:schemeClr val="lt1"/>
                </a:solidFill>
                <a:latin typeface="Open Sans"/>
                <a:ea typeface="Open Sans"/>
                <a:cs typeface="Open Sans"/>
                <a:sym typeface="Open Sans"/>
              </a:rPr>
              <a:t>Interfaccia conversazionale:</a:t>
            </a:r>
            <a:endParaRPr b="1" sz="1800">
              <a:solidFill>
                <a:schemeClr val="lt1"/>
              </a:solidFill>
              <a:latin typeface="Open Sans"/>
              <a:ea typeface="Open Sans"/>
              <a:cs typeface="Open Sans"/>
              <a:sym typeface="Open Sans"/>
            </a:endParaRPr>
          </a:p>
          <a:p>
            <a:pPr indent="0" lvl="0" marL="457200" rtl="0" algn="l">
              <a:lnSpc>
                <a:spcPct val="115000"/>
              </a:lnSpc>
              <a:spcBef>
                <a:spcPts val="0"/>
              </a:spcBef>
              <a:spcAft>
                <a:spcPts val="0"/>
              </a:spcAft>
              <a:buNone/>
            </a:pPr>
            <a:r>
              <a:rPr lang="en-US" sz="1800">
                <a:solidFill>
                  <a:schemeClr val="lt1"/>
                </a:solidFill>
                <a:latin typeface="Open Sans"/>
                <a:ea typeface="Open Sans"/>
                <a:cs typeface="Open Sans"/>
                <a:sym typeface="Open Sans"/>
              </a:rPr>
              <a:t>Per gestire la chat.</a:t>
            </a:r>
            <a:endParaRPr b="1" sz="1800">
              <a:solidFill>
                <a:srgbClr val="FFFFFF"/>
              </a:solidFill>
              <a:latin typeface="Open Sans"/>
              <a:ea typeface="Open Sans"/>
              <a:cs typeface="Open Sans"/>
              <a:sym typeface="Open Sans"/>
            </a:endParaRPr>
          </a:p>
          <a:p>
            <a:pPr indent="0" lvl="0" marL="457200" rtl="0" algn="l">
              <a:lnSpc>
                <a:spcPct val="115000"/>
              </a:lnSpc>
              <a:spcBef>
                <a:spcPts val="0"/>
              </a:spcBef>
              <a:spcAft>
                <a:spcPts val="0"/>
              </a:spcAft>
              <a:buNone/>
            </a:pPr>
            <a:r>
              <a:t/>
            </a:r>
            <a:endParaRPr b="1" sz="1800">
              <a:solidFill>
                <a:srgbClr val="FFFFFF"/>
              </a:solidFill>
              <a:latin typeface="Open Sans"/>
              <a:ea typeface="Open Sans"/>
              <a:cs typeface="Open Sans"/>
              <a:sym typeface="Open Sans"/>
            </a:endParaRPr>
          </a:p>
          <a:p>
            <a:pPr indent="-342900" lvl="0" marL="457200" rtl="0" algn="l">
              <a:lnSpc>
                <a:spcPct val="115000"/>
              </a:lnSpc>
              <a:spcBef>
                <a:spcPts val="0"/>
              </a:spcBef>
              <a:spcAft>
                <a:spcPts val="0"/>
              </a:spcAft>
              <a:buClr>
                <a:srgbClr val="FFFFFF"/>
              </a:buClr>
              <a:buSzPts val="1800"/>
              <a:buFont typeface="Open Sans"/>
              <a:buChar char="-"/>
            </a:pPr>
            <a:r>
              <a:rPr b="1" lang="en-US" sz="1800">
                <a:solidFill>
                  <a:srgbClr val="FFFFFF"/>
                </a:solidFill>
                <a:latin typeface="Open Sans"/>
                <a:ea typeface="Open Sans"/>
                <a:cs typeface="Open Sans"/>
                <a:sym typeface="Open Sans"/>
              </a:rPr>
              <a:t>Chatting:</a:t>
            </a:r>
            <a:endParaRPr b="1" sz="1800">
              <a:solidFill>
                <a:srgbClr val="FFFFFF"/>
              </a:solidFill>
              <a:latin typeface="Open Sans"/>
              <a:ea typeface="Open Sans"/>
              <a:cs typeface="Open Sans"/>
              <a:sym typeface="Open Sans"/>
            </a:endParaRPr>
          </a:p>
          <a:p>
            <a:pPr indent="0" lvl="0" marL="457200" rtl="0" algn="l">
              <a:lnSpc>
                <a:spcPct val="115000"/>
              </a:lnSpc>
              <a:spcBef>
                <a:spcPts val="0"/>
              </a:spcBef>
              <a:spcAft>
                <a:spcPts val="0"/>
              </a:spcAft>
              <a:buNone/>
            </a:pPr>
            <a:r>
              <a:rPr lang="en-US" sz="1800">
                <a:solidFill>
                  <a:srgbClr val="FFFFFF"/>
                </a:solidFill>
                <a:latin typeface="Open Sans"/>
                <a:ea typeface="Open Sans"/>
                <a:cs typeface="Open Sans"/>
                <a:sym typeface="Open Sans"/>
              </a:rPr>
              <a:t>Possibilità</a:t>
            </a:r>
            <a:r>
              <a:rPr lang="en-US" sz="1800">
                <a:solidFill>
                  <a:srgbClr val="FFFFFF"/>
                </a:solidFill>
                <a:latin typeface="Open Sans"/>
                <a:ea typeface="Open Sans"/>
                <a:cs typeface="Open Sans"/>
                <a:sym typeface="Open Sans"/>
              </a:rPr>
              <a:t> di intraprendere una conversazione con un modello AI con conoscenze sull’argomento della sicurezza informatica.</a:t>
            </a:r>
            <a:endParaRPr sz="1800">
              <a:solidFill>
                <a:srgbClr val="FFFFFF"/>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b="1" sz="1800">
              <a:solidFill>
                <a:srgbClr val="FFFFFF"/>
              </a:solidFill>
              <a:latin typeface="Open Sans"/>
              <a:ea typeface="Open Sans"/>
              <a:cs typeface="Open Sans"/>
              <a:sym typeface="Open Sans"/>
            </a:endParaRPr>
          </a:p>
          <a:p>
            <a:pPr indent="-342900" lvl="0" marL="457200" rtl="0" algn="l">
              <a:lnSpc>
                <a:spcPct val="115000"/>
              </a:lnSpc>
              <a:spcBef>
                <a:spcPts val="0"/>
              </a:spcBef>
              <a:spcAft>
                <a:spcPts val="0"/>
              </a:spcAft>
              <a:buClr>
                <a:schemeClr val="lt1"/>
              </a:buClr>
              <a:buSzPts val="1800"/>
              <a:buFont typeface="Open Sans"/>
              <a:buChar char="-"/>
            </a:pPr>
            <a:r>
              <a:rPr b="1" lang="en-US" sz="1800">
                <a:solidFill>
                  <a:srgbClr val="FFFFFF"/>
                </a:solidFill>
                <a:latin typeface="Open Sans"/>
                <a:ea typeface="Open Sans"/>
                <a:cs typeface="Open Sans"/>
                <a:sym typeface="Open Sans"/>
              </a:rPr>
              <a:t>Scanning:</a:t>
            </a:r>
            <a:br>
              <a:rPr b="1" lang="en-US" sz="1800">
                <a:solidFill>
                  <a:srgbClr val="FFFFFF"/>
                </a:solidFill>
                <a:latin typeface="Open Sans"/>
                <a:ea typeface="Open Sans"/>
                <a:cs typeface="Open Sans"/>
                <a:sym typeface="Open Sans"/>
              </a:rPr>
            </a:br>
            <a:r>
              <a:rPr lang="en-US" sz="1800">
                <a:solidFill>
                  <a:srgbClr val="FFFFFF"/>
                </a:solidFill>
                <a:latin typeface="Open Sans"/>
                <a:ea typeface="Open Sans"/>
                <a:cs typeface="Open Sans"/>
                <a:sym typeface="Open Sans"/>
              </a:rPr>
              <a:t>Capacità di eseguire scansioni delle porte, riconoscere quali di esse è aperta, che servizio espone e che versione di quest’ultimo.</a:t>
            </a:r>
            <a:endParaRPr b="1" sz="1800">
              <a:solidFill>
                <a:srgbClr val="FFFFFF"/>
              </a:solidFill>
              <a:latin typeface="Open Sans"/>
              <a:ea typeface="Open Sans"/>
              <a:cs typeface="Open Sans"/>
              <a:sym typeface="Open Sans"/>
            </a:endParaRPr>
          </a:p>
          <a:p>
            <a:pPr indent="0" lvl="0" marL="457200" rtl="0" algn="l">
              <a:lnSpc>
                <a:spcPct val="115000"/>
              </a:lnSpc>
              <a:spcBef>
                <a:spcPts val="0"/>
              </a:spcBef>
              <a:spcAft>
                <a:spcPts val="0"/>
              </a:spcAft>
              <a:buNone/>
            </a:pPr>
            <a:r>
              <a:t/>
            </a:r>
            <a:endParaRPr b="1" sz="1800">
              <a:solidFill>
                <a:srgbClr val="FFFFFF"/>
              </a:solidFill>
              <a:latin typeface="Open Sans"/>
              <a:ea typeface="Open Sans"/>
              <a:cs typeface="Open Sans"/>
              <a:sym typeface="Open Sans"/>
            </a:endParaRPr>
          </a:p>
          <a:p>
            <a:pPr indent="-342900" lvl="0" marL="457200" rtl="0" algn="l">
              <a:lnSpc>
                <a:spcPct val="115000"/>
              </a:lnSpc>
              <a:spcBef>
                <a:spcPts val="0"/>
              </a:spcBef>
              <a:spcAft>
                <a:spcPts val="0"/>
              </a:spcAft>
              <a:buClr>
                <a:schemeClr val="lt1"/>
              </a:buClr>
              <a:buSzPts val="1800"/>
              <a:buFont typeface="Open Sans"/>
              <a:buChar char="-"/>
            </a:pPr>
            <a:r>
              <a:rPr b="1" lang="en-US" sz="1800">
                <a:solidFill>
                  <a:srgbClr val="FFFFFF"/>
                </a:solidFill>
                <a:latin typeface="Open Sans"/>
                <a:ea typeface="Open Sans"/>
                <a:cs typeface="Open Sans"/>
                <a:sym typeface="Open Sans"/>
              </a:rPr>
              <a:t>Analisi dei dati:</a:t>
            </a:r>
            <a:endParaRPr b="1" sz="1800">
              <a:solidFill>
                <a:srgbClr val="FFFFFF"/>
              </a:solidFill>
              <a:latin typeface="Open Sans"/>
              <a:ea typeface="Open Sans"/>
              <a:cs typeface="Open Sans"/>
              <a:sym typeface="Open Sans"/>
            </a:endParaRPr>
          </a:p>
          <a:p>
            <a:pPr indent="0" lvl="0" marL="457200" rtl="0" algn="l">
              <a:lnSpc>
                <a:spcPct val="115000"/>
              </a:lnSpc>
              <a:spcBef>
                <a:spcPts val="0"/>
              </a:spcBef>
              <a:spcAft>
                <a:spcPts val="0"/>
              </a:spcAft>
              <a:buNone/>
            </a:pPr>
            <a:r>
              <a:rPr lang="en-US" sz="1800">
                <a:solidFill>
                  <a:srgbClr val="FFFFFF"/>
                </a:solidFill>
                <a:latin typeface="Open Sans"/>
                <a:ea typeface="Open Sans"/>
                <a:cs typeface="Open Sans"/>
                <a:sym typeface="Open Sans"/>
              </a:rPr>
              <a:t>Per identificare e classificare le vulnerabilità.</a:t>
            </a:r>
            <a:endParaRPr sz="1800">
              <a:solidFill>
                <a:srgbClr val="FFFFFF"/>
              </a:solidFill>
              <a:latin typeface="Open Sans"/>
              <a:ea typeface="Open Sans"/>
              <a:cs typeface="Open Sans"/>
              <a:sym typeface="Open Sans"/>
            </a:endParaRPr>
          </a:p>
          <a:p>
            <a:pPr indent="0" lvl="0" marL="457200" rtl="0" algn="l">
              <a:lnSpc>
                <a:spcPct val="115000"/>
              </a:lnSpc>
              <a:spcBef>
                <a:spcPts val="0"/>
              </a:spcBef>
              <a:spcAft>
                <a:spcPts val="0"/>
              </a:spcAft>
              <a:buNone/>
            </a:pPr>
            <a:r>
              <a:t/>
            </a:r>
            <a:endParaRPr b="1" sz="1800">
              <a:solidFill>
                <a:srgbClr val="FFFFFF"/>
              </a:solidFill>
              <a:latin typeface="Open Sans"/>
              <a:ea typeface="Open Sans"/>
              <a:cs typeface="Open Sans"/>
              <a:sym typeface="Open Sans"/>
            </a:endParaRPr>
          </a:p>
          <a:p>
            <a:pPr indent="0" lvl="0" marL="457200" rtl="0" algn="l">
              <a:lnSpc>
                <a:spcPct val="115000"/>
              </a:lnSpc>
              <a:spcBef>
                <a:spcPts val="0"/>
              </a:spcBef>
              <a:spcAft>
                <a:spcPts val="0"/>
              </a:spcAft>
              <a:buNone/>
            </a:pPr>
            <a:r>
              <a:t/>
            </a:r>
            <a:endParaRPr b="1" sz="1800">
              <a:solidFill>
                <a:srgbClr val="FFFFFF"/>
              </a:solidFill>
              <a:latin typeface="Open Sans"/>
              <a:ea typeface="Open Sans"/>
              <a:cs typeface="Open Sans"/>
              <a:sym typeface="Open Sans"/>
            </a:endParaRPr>
          </a:p>
          <a:p>
            <a:pPr indent="0" lvl="0" marL="457200" rtl="0" algn="l">
              <a:lnSpc>
                <a:spcPct val="115000"/>
              </a:lnSpc>
              <a:spcBef>
                <a:spcPts val="0"/>
              </a:spcBef>
              <a:spcAft>
                <a:spcPts val="0"/>
              </a:spcAft>
              <a:buNone/>
            </a:pPr>
            <a:r>
              <a:t/>
            </a:r>
            <a:endParaRPr b="1" sz="1800">
              <a:solidFill>
                <a:srgbClr val="FFFFFF"/>
              </a:solidFill>
              <a:latin typeface="Open Sans"/>
              <a:ea typeface="Open Sans"/>
              <a:cs typeface="Open Sans"/>
              <a:sym typeface="Open Sans"/>
            </a:endParaRPr>
          </a:p>
          <a:p>
            <a:pPr indent="0" lvl="0" marL="457200" rtl="0" algn="l">
              <a:lnSpc>
                <a:spcPct val="115000"/>
              </a:lnSpc>
              <a:spcBef>
                <a:spcPts val="0"/>
              </a:spcBef>
              <a:spcAft>
                <a:spcPts val="0"/>
              </a:spcAft>
              <a:buNone/>
            </a:pPr>
            <a:r>
              <a:t/>
            </a:r>
            <a:endParaRPr b="1" sz="1800">
              <a:solidFill>
                <a:srgbClr val="FFFFFF"/>
              </a:solidFill>
              <a:latin typeface="Open Sans"/>
              <a:ea typeface="Open Sans"/>
              <a:cs typeface="Open Sans"/>
              <a:sym typeface="Open Sans"/>
            </a:endParaRPr>
          </a:p>
          <a:p>
            <a:pPr indent="0" lvl="0" marL="457200" rtl="0" algn="l">
              <a:lnSpc>
                <a:spcPct val="115000"/>
              </a:lnSpc>
              <a:spcBef>
                <a:spcPts val="0"/>
              </a:spcBef>
              <a:spcAft>
                <a:spcPts val="0"/>
              </a:spcAft>
              <a:buNone/>
            </a:pPr>
            <a:r>
              <a:t/>
            </a:r>
            <a:endParaRPr b="1" sz="1800">
              <a:solidFill>
                <a:srgbClr val="FFFFFF"/>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b="1" sz="1800">
              <a:solidFill>
                <a:srgbClr val="FFFFFF"/>
              </a:solidFill>
              <a:latin typeface="Open Sans"/>
              <a:ea typeface="Open Sans"/>
              <a:cs typeface="Open Sans"/>
              <a:sym typeface="Open Sans"/>
            </a:endParaRPr>
          </a:p>
          <a:p>
            <a:pPr indent="0" lvl="0" marL="0" marR="0" rtl="0" algn="l">
              <a:lnSpc>
                <a:spcPct val="115000"/>
              </a:lnSpc>
              <a:spcBef>
                <a:spcPts val="0"/>
              </a:spcBef>
              <a:spcAft>
                <a:spcPts val="0"/>
              </a:spcAft>
              <a:buNone/>
            </a:pPr>
            <a:r>
              <a:t/>
            </a:r>
            <a:endParaRPr sz="1800">
              <a:solidFill>
                <a:srgbClr val="FFFFFF"/>
              </a:solidFill>
              <a:latin typeface="Open Sans"/>
              <a:ea typeface="Open Sans"/>
              <a:cs typeface="Open Sans"/>
              <a:sym typeface="Open Sans"/>
            </a:endParaRPr>
          </a:p>
        </p:txBody>
      </p:sp>
      <p:pic>
        <p:nvPicPr>
          <p:cNvPr id="450" name="Google Shape;450;p20"/>
          <p:cNvPicPr preferRelativeResize="0"/>
          <p:nvPr/>
        </p:nvPicPr>
        <p:blipFill>
          <a:blip r:embed="rId4">
            <a:alphaModFix/>
          </a:blip>
          <a:stretch>
            <a:fillRect/>
          </a:stretch>
        </p:blipFill>
        <p:spPr>
          <a:xfrm>
            <a:off x="15901413" y="565130"/>
            <a:ext cx="1687100" cy="531803"/>
          </a:xfrm>
          <a:prstGeom prst="rect">
            <a:avLst/>
          </a:prstGeom>
          <a:noFill/>
          <a:ln>
            <a:noFill/>
          </a:ln>
        </p:spPr>
      </p:pic>
      <p:pic>
        <p:nvPicPr>
          <p:cNvPr id="451" name="Google Shape;451;p20"/>
          <p:cNvPicPr preferRelativeResize="0"/>
          <p:nvPr/>
        </p:nvPicPr>
        <p:blipFill>
          <a:blip r:embed="rId5">
            <a:alphaModFix/>
          </a:blip>
          <a:stretch>
            <a:fillRect/>
          </a:stretch>
        </p:blipFill>
        <p:spPr>
          <a:xfrm>
            <a:off x="1426025" y="-883374"/>
            <a:ext cx="1948877" cy="1792725"/>
          </a:xfrm>
          <a:prstGeom prst="rect">
            <a:avLst/>
          </a:prstGeom>
          <a:noFill/>
          <a:ln>
            <a:noFill/>
          </a:ln>
        </p:spPr>
      </p:pic>
      <p:pic>
        <p:nvPicPr>
          <p:cNvPr id="452" name="Google Shape;452;p20"/>
          <p:cNvPicPr preferRelativeResize="0"/>
          <p:nvPr/>
        </p:nvPicPr>
        <p:blipFill>
          <a:blip r:embed="rId6">
            <a:alphaModFix/>
          </a:blip>
          <a:stretch>
            <a:fillRect/>
          </a:stretch>
        </p:blipFill>
        <p:spPr>
          <a:xfrm>
            <a:off x="8822183" y="3804459"/>
            <a:ext cx="787100" cy="1488778"/>
          </a:xfrm>
          <a:prstGeom prst="rect">
            <a:avLst/>
          </a:prstGeom>
          <a:noFill/>
          <a:ln>
            <a:noFill/>
          </a:ln>
        </p:spPr>
      </p:pic>
      <p:sp>
        <p:nvSpPr>
          <p:cNvPr id="453" name="Google Shape;453;p20"/>
          <p:cNvSpPr txBox="1"/>
          <p:nvPr/>
        </p:nvSpPr>
        <p:spPr>
          <a:xfrm>
            <a:off x="6113950" y="555625"/>
            <a:ext cx="6202800" cy="1262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7000">
                <a:solidFill>
                  <a:schemeClr val="dk2"/>
                </a:solidFill>
                <a:latin typeface="Archivo Black"/>
                <a:ea typeface="Archivo Black"/>
                <a:cs typeface="Archivo Black"/>
                <a:sym typeface="Archivo Black"/>
              </a:rPr>
              <a:t>FU</a:t>
            </a:r>
            <a:r>
              <a:rPr lang="en-US" sz="7000">
                <a:solidFill>
                  <a:schemeClr val="dk1"/>
                </a:solidFill>
                <a:latin typeface="Archivo Black"/>
                <a:ea typeface="Archivo Black"/>
                <a:cs typeface="Archivo Black"/>
                <a:sym typeface="Archivo Black"/>
              </a:rPr>
              <a:t>RPS+</a:t>
            </a:r>
            <a:endParaRPr/>
          </a:p>
        </p:txBody>
      </p:sp>
      <p:sp>
        <p:nvSpPr>
          <p:cNvPr id="454" name="Google Shape;454;p20"/>
          <p:cNvSpPr txBox="1"/>
          <p:nvPr/>
        </p:nvSpPr>
        <p:spPr>
          <a:xfrm>
            <a:off x="10574388" y="4768800"/>
            <a:ext cx="6680400" cy="26922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lt1"/>
              </a:buClr>
              <a:buSzPts val="1800"/>
              <a:buFont typeface="Open Sans"/>
              <a:buChar char="-"/>
            </a:pPr>
            <a:r>
              <a:rPr b="1" lang="en-US" sz="1800">
                <a:solidFill>
                  <a:schemeClr val="lt1"/>
                </a:solidFill>
                <a:latin typeface="Open Sans"/>
                <a:ea typeface="Open Sans"/>
                <a:cs typeface="Open Sans"/>
                <a:sym typeface="Open Sans"/>
              </a:rPr>
              <a:t>Interfaccia utente estremamente intuitiva:</a:t>
            </a:r>
            <a:br>
              <a:rPr b="1" lang="en-US" sz="1800">
                <a:solidFill>
                  <a:schemeClr val="lt1"/>
                </a:solidFill>
                <a:latin typeface="Open Sans"/>
                <a:ea typeface="Open Sans"/>
                <a:cs typeface="Open Sans"/>
                <a:sym typeface="Open Sans"/>
              </a:rPr>
            </a:br>
            <a:r>
              <a:rPr lang="en-US" sz="1800">
                <a:solidFill>
                  <a:schemeClr val="lt1"/>
                </a:solidFill>
                <a:latin typeface="Open Sans"/>
                <a:ea typeface="Open Sans"/>
                <a:cs typeface="Open Sans"/>
                <a:sym typeface="Open Sans"/>
              </a:rPr>
              <a:t>I moduli vengono chiamati e gestiti dal modello stesso.</a:t>
            </a:r>
            <a:endParaRPr sz="1800">
              <a:solidFill>
                <a:schemeClr val="lt1"/>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b="1" sz="1800">
              <a:solidFill>
                <a:schemeClr val="lt1"/>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b="1" sz="1800">
              <a:solidFill>
                <a:schemeClr val="lt1"/>
              </a:solidFill>
              <a:latin typeface="Open Sans"/>
              <a:ea typeface="Open Sans"/>
              <a:cs typeface="Open Sans"/>
              <a:sym typeface="Open Sans"/>
            </a:endParaRPr>
          </a:p>
          <a:p>
            <a:pPr indent="-342900" lvl="0" marL="457200" rtl="0" algn="l">
              <a:lnSpc>
                <a:spcPct val="115000"/>
              </a:lnSpc>
              <a:spcBef>
                <a:spcPts val="0"/>
              </a:spcBef>
              <a:spcAft>
                <a:spcPts val="0"/>
              </a:spcAft>
              <a:buClr>
                <a:schemeClr val="lt1"/>
              </a:buClr>
              <a:buSzPts val="1800"/>
              <a:buFont typeface="Open Sans"/>
              <a:buChar char="-"/>
            </a:pPr>
            <a:r>
              <a:rPr b="1" lang="en-US" sz="1800">
                <a:solidFill>
                  <a:schemeClr val="lt1"/>
                </a:solidFill>
                <a:latin typeface="Open Sans"/>
                <a:ea typeface="Open Sans"/>
                <a:cs typeface="Open Sans"/>
                <a:sym typeface="Open Sans"/>
              </a:rPr>
              <a:t>Supporto multilingue:</a:t>
            </a:r>
            <a:endParaRPr b="1" sz="1800">
              <a:solidFill>
                <a:schemeClr val="lt1"/>
              </a:solidFill>
              <a:latin typeface="Open Sans"/>
              <a:ea typeface="Open Sans"/>
              <a:cs typeface="Open Sans"/>
              <a:sym typeface="Open Sans"/>
            </a:endParaRPr>
          </a:p>
          <a:p>
            <a:pPr indent="0" lvl="0" marL="457200" rtl="0" algn="l">
              <a:lnSpc>
                <a:spcPct val="115000"/>
              </a:lnSpc>
              <a:spcBef>
                <a:spcPts val="0"/>
              </a:spcBef>
              <a:spcAft>
                <a:spcPts val="0"/>
              </a:spcAft>
              <a:buNone/>
            </a:pPr>
            <a:r>
              <a:rPr lang="en-US" sz="1800">
                <a:solidFill>
                  <a:schemeClr val="lt1"/>
                </a:solidFill>
                <a:latin typeface="Open Sans"/>
                <a:ea typeface="Open Sans"/>
                <a:cs typeface="Open Sans"/>
                <a:sym typeface="Open Sans"/>
              </a:rPr>
              <a:t>Va però specificato che l’utilizzo di una lingua diversa dall’inglese diminuisce la precisione del modello.</a:t>
            </a:r>
            <a:endParaRPr sz="1800">
              <a:solidFill>
                <a:schemeClr val="lt1"/>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1800">
              <a:solidFill>
                <a:schemeClr val="lt1"/>
              </a:solidFill>
              <a:latin typeface="Open Sans"/>
              <a:ea typeface="Open Sans"/>
              <a:cs typeface="Open Sans"/>
              <a:sym typeface="Open Sans"/>
            </a:endParaRPr>
          </a:p>
        </p:txBody>
      </p:sp>
      <p:cxnSp>
        <p:nvCxnSpPr>
          <p:cNvPr id="455" name="Google Shape;455;p20"/>
          <p:cNvCxnSpPr>
            <a:stCxn id="431" idx="0"/>
            <a:endCxn id="453" idx="2"/>
          </p:cNvCxnSpPr>
          <p:nvPr/>
        </p:nvCxnSpPr>
        <p:spPr>
          <a:xfrm rot="-5400000">
            <a:off x="6657503" y="-667325"/>
            <a:ext cx="72900" cy="5043000"/>
          </a:xfrm>
          <a:prstGeom prst="bentConnector3">
            <a:avLst>
              <a:gd fmla="val 50000" name="adj1"/>
            </a:avLst>
          </a:prstGeom>
          <a:noFill/>
          <a:ln cap="flat" cmpd="sng" w="9525">
            <a:solidFill>
              <a:schemeClr val="dk2"/>
            </a:solidFill>
            <a:prstDash val="solid"/>
            <a:round/>
            <a:headEnd len="med" w="med" type="none"/>
            <a:tailEnd len="med" w="med" type="none"/>
          </a:ln>
        </p:spPr>
      </p:cxnSp>
      <p:cxnSp>
        <p:nvCxnSpPr>
          <p:cNvPr id="456" name="Google Shape;456;p20"/>
          <p:cNvCxnSpPr>
            <a:stCxn id="453" idx="2"/>
            <a:endCxn id="432" idx="0"/>
          </p:cNvCxnSpPr>
          <p:nvPr/>
        </p:nvCxnSpPr>
        <p:spPr>
          <a:xfrm flipH="1" rot="-5400000">
            <a:off x="11561350" y="-528275"/>
            <a:ext cx="72900" cy="4764900"/>
          </a:xfrm>
          <a:prstGeom prst="bentConnector3">
            <a:avLst>
              <a:gd fmla="val 50060" name="adj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cxnSp>
        <p:nvCxnSpPr>
          <p:cNvPr id="461" name="Google Shape;461;p21"/>
          <p:cNvCxnSpPr/>
          <p:nvPr/>
        </p:nvCxnSpPr>
        <p:spPr>
          <a:xfrm>
            <a:off x="0" y="5293228"/>
            <a:ext cx="7594200" cy="0"/>
          </a:xfrm>
          <a:prstGeom prst="straightConnector1">
            <a:avLst/>
          </a:prstGeom>
          <a:noFill/>
          <a:ln cap="flat" cmpd="sng" w="38100">
            <a:solidFill>
              <a:srgbClr val="C2C2C2"/>
            </a:solidFill>
            <a:prstDash val="solid"/>
            <a:round/>
            <a:headEnd len="sm" w="sm" type="none"/>
            <a:tailEnd len="sm" w="sm" type="none"/>
          </a:ln>
        </p:spPr>
      </p:cxnSp>
      <p:cxnSp>
        <p:nvCxnSpPr>
          <p:cNvPr id="462" name="Google Shape;462;p21"/>
          <p:cNvCxnSpPr/>
          <p:nvPr/>
        </p:nvCxnSpPr>
        <p:spPr>
          <a:xfrm>
            <a:off x="0" y="6477704"/>
            <a:ext cx="7594200" cy="0"/>
          </a:xfrm>
          <a:prstGeom prst="straightConnector1">
            <a:avLst/>
          </a:prstGeom>
          <a:noFill/>
          <a:ln cap="flat" cmpd="sng" w="38100">
            <a:solidFill>
              <a:srgbClr val="C2C2C2"/>
            </a:solidFill>
            <a:prstDash val="solid"/>
            <a:round/>
            <a:headEnd len="sm" w="sm" type="none"/>
            <a:tailEnd len="sm" w="sm" type="none"/>
          </a:ln>
        </p:spPr>
      </p:cxnSp>
      <p:cxnSp>
        <p:nvCxnSpPr>
          <p:cNvPr id="463" name="Google Shape;463;p21"/>
          <p:cNvCxnSpPr/>
          <p:nvPr/>
        </p:nvCxnSpPr>
        <p:spPr>
          <a:xfrm>
            <a:off x="0" y="7662179"/>
            <a:ext cx="7594200" cy="0"/>
          </a:xfrm>
          <a:prstGeom prst="straightConnector1">
            <a:avLst/>
          </a:prstGeom>
          <a:noFill/>
          <a:ln cap="flat" cmpd="sng" w="38100">
            <a:solidFill>
              <a:srgbClr val="C2C2C2"/>
            </a:solidFill>
            <a:prstDash val="solid"/>
            <a:round/>
            <a:headEnd len="sm" w="sm" type="none"/>
            <a:tailEnd len="sm" w="sm" type="none"/>
          </a:ln>
        </p:spPr>
      </p:cxnSp>
      <p:cxnSp>
        <p:nvCxnSpPr>
          <p:cNvPr id="464" name="Google Shape;464;p21"/>
          <p:cNvCxnSpPr/>
          <p:nvPr/>
        </p:nvCxnSpPr>
        <p:spPr>
          <a:xfrm>
            <a:off x="0" y="4155982"/>
            <a:ext cx="7594200" cy="0"/>
          </a:xfrm>
          <a:prstGeom prst="straightConnector1">
            <a:avLst/>
          </a:prstGeom>
          <a:noFill/>
          <a:ln cap="flat" cmpd="sng" w="38100">
            <a:solidFill>
              <a:srgbClr val="C2C2C2"/>
            </a:solidFill>
            <a:prstDash val="solid"/>
            <a:round/>
            <a:headEnd len="sm" w="sm" type="none"/>
            <a:tailEnd len="sm" w="sm" type="none"/>
          </a:ln>
        </p:spPr>
      </p:cxnSp>
      <p:cxnSp>
        <p:nvCxnSpPr>
          <p:cNvPr id="465" name="Google Shape;465;p21"/>
          <p:cNvCxnSpPr/>
          <p:nvPr/>
        </p:nvCxnSpPr>
        <p:spPr>
          <a:xfrm>
            <a:off x="4606213" y="2715457"/>
            <a:ext cx="0" cy="6456900"/>
          </a:xfrm>
          <a:prstGeom prst="straightConnector1">
            <a:avLst/>
          </a:prstGeom>
          <a:noFill/>
          <a:ln cap="flat" cmpd="sng" w="38100">
            <a:solidFill>
              <a:srgbClr val="C2C2C2"/>
            </a:solidFill>
            <a:prstDash val="solid"/>
            <a:round/>
            <a:headEnd len="sm" w="sm" type="none"/>
            <a:tailEnd len="sm" w="sm" type="none"/>
          </a:ln>
        </p:spPr>
      </p:cxnSp>
      <p:cxnSp>
        <p:nvCxnSpPr>
          <p:cNvPr id="466" name="Google Shape;466;p21"/>
          <p:cNvCxnSpPr/>
          <p:nvPr/>
        </p:nvCxnSpPr>
        <p:spPr>
          <a:xfrm>
            <a:off x="3363341" y="2715457"/>
            <a:ext cx="0" cy="6456900"/>
          </a:xfrm>
          <a:prstGeom prst="straightConnector1">
            <a:avLst/>
          </a:prstGeom>
          <a:noFill/>
          <a:ln cap="flat" cmpd="sng" w="38100">
            <a:solidFill>
              <a:srgbClr val="C2C2C2"/>
            </a:solidFill>
            <a:prstDash val="solid"/>
            <a:round/>
            <a:headEnd len="sm" w="sm" type="none"/>
            <a:tailEnd len="sm" w="sm" type="none"/>
          </a:ln>
        </p:spPr>
      </p:cxnSp>
      <p:cxnSp>
        <p:nvCxnSpPr>
          <p:cNvPr id="467" name="Google Shape;467;p21"/>
          <p:cNvCxnSpPr/>
          <p:nvPr/>
        </p:nvCxnSpPr>
        <p:spPr>
          <a:xfrm>
            <a:off x="2110815" y="2715457"/>
            <a:ext cx="0" cy="6456900"/>
          </a:xfrm>
          <a:prstGeom prst="straightConnector1">
            <a:avLst/>
          </a:prstGeom>
          <a:noFill/>
          <a:ln cap="flat" cmpd="sng" w="38100">
            <a:solidFill>
              <a:srgbClr val="C2C2C2"/>
            </a:solidFill>
            <a:prstDash val="solid"/>
            <a:round/>
            <a:headEnd len="sm" w="sm" type="none"/>
            <a:tailEnd len="sm" w="sm" type="none"/>
          </a:ln>
        </p:spPr>
      </p:cxnSp>
      <p:cxnSp>
        <p:nvCxnSpPr>
          <p:cNvPr id="468" name="Google Shape;468;p21"/>
          <p:cNvCxnSpPr/>
          <p:nvPr/>
        </p:nvCxnSpPr>
        <p:spPr>
          <a:xfrm>
            <a:off x="777595" y="2715457"/>
            <a:ext cx="0" cy="6456900"/>
          </a:xfrm>
          <a:prstGeom prst="straightConnector1">
            <a:avLst/>
          </a:prstGeom>
          <a:noFill/>
          <a:ln cap="flat" cmpd="sng" w="38100">
            <a:solidFill>
              <a:srgbClr val="C2C2C2"/>
            </a:solidFill>
            <a:prstDash val="solid"/>
            <a:round/>
            <a:headEnd len="sm" w="sm" type="none"/>
            <a:tailEnd len="sm" w="sm" type="none"/>
          </a:ln>
        </p:spPr>
      </p:cxnSp>
      <p:cxnSp>
        <p:nvCxnSpPr>
          <p:cNvPr id="469" name="Google Shape;469;p21"/>
          <p:cNvCxnSpPr/>
          <p:nvPr/>
        </p:nvCxnSpPr>
        <p:spPr>
          <a:xfrm>
            <a:off x="0" y="2971507"/>
            <a:ext cx="7594200" cy="0"/>
          </a:xfrm>
          <a:prstGeom prst="straightConnector1">
            <a:avLst/>
          </a:prstGeom>
          <a:noFill/>
          <a:ln cap="flat" cmpd="sng" w="38100">
            <a:solidFill>
              <a:srgbClr val="C2C2C2"/>
            </a:solidFill>
            <a:prstDash val="solid"/>
            <a:round/>
            <a:headEnd len="sm" w="sm" type="none"/>
            <a:tailEnd len="sm" w="sm" type="none"/>
          </a:ln>
        </p:spPr>
      </p:cxnSp>
      <p:cxnSp>
        <p:nvCxnSpPr>
          <p:cNvPr id="470" name="Google Shape;470;p21"/>
          <p:cNvCxnSpPr/>
          <p:nvPr/>
        </p:nvCxnSpPr>
        <p:spPr>
          <a:xfrm>
            <a:off x="6898785" y="2702431"/>
            <a:ext cx="0" cy="6142800"/>
          </a:xfrm>
          <a:prstGeom prst="straightConnector1">
            <a:avLst/>
          </a:prstGeom>
          <a:noFill/>
          <a:ln cap="flat" cmpd="sng" w="38100">
            <a:solidFill>
              <a:srgbClr val="C2C2C2"/>
            </a:solidFill>
            <a:prstDash val="solid"/>
            <a:round/>
            <a:headEnd len="sm" w="sm" type="none"/>
            <a:tailEnd len="sm" w="sm" type="none"/>
          </a:ln>
        </p:spPr>
      </p:cxnSp>
      <p:cxnSp>
        <p:nvCxnSpPr>
          <p:cNvPr id="471" name="Google Shape;471;p21"/>
          <p:cNvCxnSpPr/>
          <p:nvPr/>
        </p:nvCxnSpPr>
        <p:spPr>
          <a:xfrm>
            <a:off x="5752511" y="2702431"/>
            <a:ext cx="0" cy="6142800"/>
          </a:xfrm>
          <a:prstGeom prst="straightConnector1">
            <a:avLst/>
          </a:prstGeom>
          <a:noFill/>
          <a:ln cap="flat" cmpd="sng" w="38100">
            <a:solidFill>
              <a:srgbClr val="C2C2C2"/>
            </a:solidFill>
            <a:prstDash val="solid"/>
            <a:round/>
            <a:headEnd len="sm" w="sm" type="none"/>
            <a:tailEnd len="sm" w="sm" type="none"/>
          </a:ln>
        </p:spPr>
      </p:cxnSp>
      <p:grpSp>
        <p:nvGrpSpPr>
          <p:cNvPr id="472" name="Google Shape;472;p21"/>
          <p:cNvGrpSpPr/>
          <p:nvPr/>
        </p:nvGrpSpPr>
        <p:grpSpPr>
          <a:xfrm>
            <a:off x="564051" y="2908250"/>
            <a:ext cx="7264322" cy="6094252"/>
            <a:chOff x="0" y="-47625"/>
            <a:chExt cx="780900" cy="1081500"/>
          </a:xfrm>
        </p:grpSpPr>
        <p:sp>
          <p:nvSpPr>
            <p:cNvPr id="473" name="Google Shape;473;p21"/>
            <p:cNvSpPr/>
            <p:nvPr/>
          </p:nvSpPr>
          <p:spPr>
            <a:xfrm>
              <a:off x="0" y="0"/>
              <a:ext cx="780822" cy="1033829"/>
            </a:xfrm>
            <a:custGeom>
              <a:rect b="b" l="l" r="r" t="t"/>
              <a:pathLst>
                <a:path extrusionOk="0" h="1033829" w="780822">
                  <a:moveTo>
                    <a:pt x="0" y="0"/>
                  </a:moveTo>
                  <a:lnTo>
                    <a:pt x="780822" y="0"/>
                  </a:lnTo>
                  <a:lnTo>
                    <a:pt x="780822" y="1033829"/>
                  </a:lnTo>
                  <a:lnTo>
                    <a:pt x="0" y="1033829"/>
                  </a:lnTo>
                  <a:close/>
                </a:path>
              </a:pathLst>
            </a:custGeom>
            <a:solidFill>
              <a:srgbClr val="B62C16"/>
            </a:solidFill>
            <a:ln>
              <a:noFill/>
            </a:ln>
          </p:spPr>
        </p:sp>
        <p:sp>
          <p:nvSpPr>
            <p:cNvPr id="474" name="Google Shape;474;p21"/>
            <p:cNvSpPr txBox="1"/>
            <p:nvPr/>
          </p:nvSpPr>
          <p:spPr>
            <a:xfrm>
              <a:off x="0" y="-47625"/>
              <a:ext cx="780900" cy="10815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75" name="Google Shape;475;p21"/>
          <p:cNvSpPr/>
          <p:nvPr/>
        </p:nvSpPr>
        <p:spPr>
          <a:xfrm rot="5400000">
            <a:off x="16469565" y="8944212"/>
            <a:ext cx="475647" cy="1103822"/>
          </a:xfrm>
          <a:custGeom>
            <a:rect b="b" l="l" r="r" t="t"/>
            <a:pathLst>
              <a:path extrusionOk="0" h="1103822" w="475647">
                <a:moveTo>
                  <a:pt x="0" y="0"/>
                </a:moveTo>
                <a:lnTo>
                  <a:pt x="475647" y="0"/>
                </a:lnTo>
                <a:lnTo>
                  <a:pt x="475647" y="1103823"/>
                </a:lnTo>
                <a:lnTo>
                  <a:pt x="0" y="1103823"/>
                </a:lnTo>
                <a:lnTo>
                  <a:pt x="0" y="0"/>
                </a:lnTo>
                <a:close/>
              </a:path>
            </a:pathLst>
          </a:custGeom>
          <a:blipFill rotWithShape="1">
            <a:blip r:embed="rId3">
              <a:alphaModFix/>
            </a:blip>
            <a:stretch>
              <a:fillRect b="0" l="0" r="0" t="0"/>
            </a:stretch>
          </a:blipFill>
          <a:ln>
            <a:noFill/>
          </a:ln>
        </p:spPr>
      </p:sp>
      <p:sp>
        <p:nvSpPr>
          <p:cNvPr id="476" name="Google Shape;476;p21"/>
          <p:cNvSpPr/>
          <p:nvPr/>
        </p:nvSpPr>
        <p:spPr>
          <a:xfrm rot="-5400000">
            <a:off x="1342788" y="8944212"/>
            <a:ext cx="475647" cy="1103822"/>
          </a:xfrm>
          <a:custGeom>
            <a:rect b="b" l="l" r="r" t="t"/>
            <a:pathLst>
              <a:path extrusionOk="0" h="1103822" w="475647">
                <a:moveTo>
                  <a:pt x="0" y="0"/>
                </a:moveTo>
                <a:lnTo>
                  <a:pt x="475647" y="0"/>
                </a:lnTo>
                <a:lnTo>
                  <a:pt x="475647" y="1103823"/>
                </a:lnTo>
                <a:lnTo>
                  <a:pt x="0" y="1103823"/>
                </a:lnTo>
                <a:lnTo>
                  <a:pt x="0" y="0"/>
                </a:lnTo>
                <a:close/>
              </a:path>
            </a:pathLst>
          </a:custGeom>
          <a:blipFill rotWithShape="1">
            <a:blip r:embed="rId3">
              <a:alphaModFix/>
            </a:blip>
            <a:stretch>
              <a:fillRect b="0" l="0" r="0" t="0"/>
            </a:stretch>
          </a:blipFill>
          <a:ln>
            <a:noFill/>
          </a:ln>
        </p:spPr>
      </p:sp>
      <p:sp>
        <p:nvSpPr>
          <p:cNvPr id="477" name="Google Shape;477;p21"/>
          <p:cNvSpPr txBox="1"/>
          <p:nvPr/>
        </p:nvSpPr>
        <p:spPr>
          <a:xfrm>
            <a:off x="564053" y="1890625"/>
            <a:ext cx="7216800" cy="738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US" sz="4800">
                <a:latin typeface="Archivo Black"/>
                <a:ea typeface="Archivo Black"/>
                <a:cs typeface="Archivo Black"/>
                <a:sym typeface="Archivo Black"/>
              </a:rPr>
              <a:t>RELIABI</a:t>
            </a:r>
            <a:r>
              <a:rPr lang="en-US" sz="4800">
                <a:latin typeface="Archivo Black"/>
                <a:ea typeface="Archivo Black"/>
                <a:cs typeface="Archivo Black"/>
                <a:sym typeface="Archivo Black"/>
              </a:rPr>
              <a:t>LITY</a:t>
            </a:r>
            <a:endParaRPr sz="4800"/>
          </a:p>
        </p:txBody>
      </p:sp>
      <p:sp>
        <p:nvSpPr>
          <p:cNvPr id="478" name="Google Shape;478;p21"/>
          <p:cNvSpPr txBox="1"/>
          <p:nvPr/>
        </p:nvSpPr>
        <p:spPr>
          <a:xfrm>
            <a:off x="10371702" y="1890713"/>
            <a:ext cx="7216800" cy="738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US" sz="4800">
                <a:latin typeface="Archivo Black"/>
                <a:ea typeface="Archivo Black"/>
                <a:cs typeface="Archivo Black"/>
                <a:sym typeface="Archivo Black"/>
              </a:rPr>
              <a:t>PERFORMANCE</a:t>
            </a:r>
            <a:endParaRPr sz="4800"/>
          </a:p>
        </p:txBody>
      </p:sp>
      <p:grpSp>
        <p:nvGrpSpPr>
          <p:cNvPr id="479" name="Google Shape;479;p21"/>
          <p:cNvGrpSpPr/>
          <p:nvPr/>
        </p:nvGrpSpPr>
        <p:grpSpPr>
          <a:xfrm>
            <a:off x="15201900" y="-180827"/>
            <a:ext cx="3086120" cy="1792896"/>
            <a:chOff x="0" y="-47625"/>
            <a:chExt cx="812800" cy="472200"/>
          </a:xfrm>
        </p:grpSpPr>
        <p:sp>
          <p:nvSpPr>
            <p:cNvPr id="480" name="Google Shape;480;p21"/>
            <p:cNvSpPr/>
            <p:nvPr/>
          </p:nvSpPr>
          <p:spPr>
            <a:xfrm>
              <a:off x="0" y="0"/>
              <a:ext cx="812800" cy="424531"/>
            </a:xfrm>
            <a:custGeom>
              <a:rect b="b" l="l" r="r" t="t"/>
              <a:pathLst>
                <a:path extrusionOk="0" h="424531" w="812800">
                  <a:moveTo>
                    <a:pt x="0" y="0"/>
                  </a:moveTo>
                  <a:lnTo>
                    <a:pt x="812800" y="0"/>
                  </a:lnTo>
                  <a:lnTo>
                    <a:pt x="812800" y="424531"/>
                  </a:lnTo>
                  <a:lnTo>
                    <a:pt x="0" y="424531"/>
                  </a:lnTo>
                  <a:close/>
                </a:path>
              </a:pathLst>
            </a:custGeom>
            <a:solidFill>
              <a:srgbClr val="B62C16"/>
            </a:solidFill>
            <a:ln>
              <a:noFill/>
            </a:ln>
          </p:spPr>
        </p:sp>
        <p:sp>
          <p:nvSpPr>
            <p:cNvPr id="481" name="Google Shape;481;p21"/>
            <p:cNvSpPr txBox="1"/>
            <p:nvPr/>
          </p:nvSpPr>
          <p:spPr>
            <a:xfrm>
              <a:off x="0" y="-47625"/>
              <a:ext cx="812700" cy="4722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82" name="Google Shape;482;p21"/>
          <p:cNvGrpSpPr/>
          <p:nvPr/>
        </p:nvGrpSpPr>
        <p:grpSpPr>
          <a:xfrm>
            <a:off x="10633248" y="2908250"/>
            <a:ext cx="6912761" cy="6094252"/>
            <a:chOff x="0" y="-47625"/>
            <a:chExt cx="780900" cy="1081500"/>
          </a:xfrm>
        </p:grpSpPr>
        <p:sp>
          <p:nvSpPr>
            <p:cNvPr id="483" name="Google Shape;483;p21"/>
            <p:cNvSpPr/>
            <p:nvPr/>
          </p:nvSpPr>
          <p:spPr>
            <a:xfrm>
              <a:off x="0" y="0"/>
              <a:ext cx="780822" cy="1033829"/>
            </a:xfrm>
            <a:custGeom>
              <a:rect b="b" l="l" r="r" t="t"/>
              <a:pathLst>
                <a:path extrusionOk="0" h="1033829" w="780822">
                  <a:moveTo>
                    <a:pt x="0" y="0"/>
                  </a:moveTo>
                  <a:lnTo>
                    <a:pt x="780822" y="0"/>
                  </a:lnTo>
                  <a:lnTo>
                    <a:pt x="780822" y="1033829"/>
                  </a:lnTo>
                  <a:lnTo>
                    <a:pt x="0" y="1033829"/>
                  </a:lnTo>
                  <a:close/>
                </a:path>
              </a:pathLst>
            </a:custGeom>
            <a:solidFill>
              <a:srgbClr val="B62C16"/>
            </a:solidFill>
            <a:ln>
              <a:noFill/>
            </a:ln>
          </p:spPr>
        </p:sp>
        <p:sp>
          <p:nvSpPr>
            <p:cNvPr id="484" name="Google Shape;484;p21"/>
            <p:cNvSpPr txBox="1"/>
            <p:nvPr/>
          </p:nvSpPr>
          <p:spPr>
            <a:xfrm>
              <a:off x="0" y="-47625"/>
              <a:ext cx="780900" cy="10815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85" name="Google Shape;485;p21"/>
          <p:cNvGrpSpPr/>
          <p:nvPr/>
        </p:nvGrpSpPr>
        <p:grpSpPr>
          <a:xfrm>
            <a:off x="10458562" y="3067886"/>
            <a:ext cx="6912058" cy="6094036"/>
            <a:chOff x="0" y="-47625"/>
            <a:chExt cx="780900" cy="1081500"/>
          </a:xfrm>
        </p:grpSpPr>
        <p:sp>
          <p:nvSpPr>
            <p:cNvPr id="486" name="Google Shape;486;p21"/>
            <p:cNvSpPr/>
            <p:nvPr/>
          </p:nvSpPr>
          <p:spPr>
            <a:xfrm>
              <a:off x="0" y="0"/>
              <a:ext cx="780822" cy="1033829"/>
            </a:xfrm>
            <a:custGeom>
              <a:rect b="b" l="l" r="r" t="t"/>
              <a:pathLst>
                <a:path extrusionOk="0" h="1033829" w="780822">
                  <a:moveTo>
                    <a:pt x="0" y="0"/>
                  </a:moveTo>
                  <a:lnTo>
                    <a:pt x="780822" y="0"/>
                  </a:lnTo>
                  <a:lnTo>
                    <a:pt x="780822" y="1033829"/>
                  </a:lnTo>
                  <a:lnTo>
                    <a:pt x="0" y="1033829"/>
                  </a:lnTo>
                  <a:close/>
                </a:path>
              </a:pathLst>
            </a:custGeom>
            <a:solidFill>
              <a:srgbClr val="000000">
                <a:alpha val="0"/>
              </a:srgbClr>
            </a:solidFill>
            <a:ln cap="sq" cmpd="sng" w="47625">
              <a:solidFill>
                <a:srgbClr val="000000"/>
              </a:solidFill>
              <a:prstDash val="solid"/>
              <a:miter lim="8000"/>
              <a:headEnd len="sm" w="sm" type="none"/>
              <a:tailEnd len="sm" w="sm" type="none"/>
            </a:ln>
          </p:spPr>
        </p:sp>
        <p:sp>
          <p:nvSpPr>
            <p:cNvPr id="487" name="Google Shape;487;p21"/>
            <p:cNvSpPr txBox="1"/>
            <p:nvPr/>
          </p:nvSpPr>
          <p:spPr>
            <a:xfrm>
              <a:off x="0" y="-47625"/>
              <a:ext cx="780900" cy="10815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488" name="Google Shape;488;p21"/>
          <p:cNvCxnSpPr/>
          <p:nvPr/>
        </p:nvCxnSpPr>
        <p:spPr>
          <a:xfrm>
            <a:off x="14730633" y="-883373"/>
            <a:ext cx="7776300" cy="0"/>
          </a:xfrm>
          <a:prstGeom prst="straightConnector1">
            <a:avLst/>
          </a:prstGeom>
          <a:noFill/>
          <a:ln cap="flat" cmpd="sng" w="38100">
            <a:solidFill>
              <a:srgbClr val="C2C2C2"/>
            </a:solidFill>
            <a:prstDash val="solid"/>
            <a:round/>
            <a:headEnd len="sm" w="sm" type="none"/>
            <a:tailEnd len="sm" w="sm" type="none"/>
          </a:ln>
        </p:spPr>
      </p:cxnSp>
      <p:cxnSp>
        <p:nvCxnSpPr>
          <p:cNvPr id="489" name="Google Shape;489;p21"/>
          <p:cNvCxnSpPr/>
          <p:nvPr/>
        </p:nvCxnSpPr>
        <p:spPr>
          <a:xfrm>
            <a:off x="14730633" y="-3349186"/>
            <a:ext cx="7776300" cy="0"/>
          </a:xfrm>
          <a:prstGeom prst="straightConnector1">
            <a:avLst/>
          </a:prstGeom>
          <a:noFill/>
          <a:ln cap="flat" cmpd="sng" w="38100">
            <a:solidFill>
              <a:srgbClr val="C2C2C2"/>
            </a:solidFill>
            <a:prstDash val="solid"/>
            <a:round/>
            <a:headEnd len="sm" w="sm" type="none"/>
            <a:tailEnd len="sm" w="sm" type="none"/>
          </a:ln>
        </p:spPr>
      </p:cxnSp>
      <p:cxnSp>
        <p:nvCxnSpPr>
          <p:cNvPr id="490" name="Google Shape;490;p21"/>
          <p:cNvCxnSpPr/>
          <p:nvPr/>
        </p:nvCxnSpPr>
        <p:spPr>
          <a:xfrm>
            <a:off x="22076672" y="-3968541"/>
            <a:ext cx="0" cy="7320300"/>
          </a:xfrm>
          <a:prstGeom prst="straightConnector1">
            <a:avLst/>
          </a:prstGeom>
          <a:noFill/>
          <a:ln cap="flat" cmpd="sng" w="38100">
            <a:solidFill>
              <a:srgbClr val="C2C2C2"/>
            </a:solidFill>
            <a:prstDash val="solid"/>
            <a:round/>
            <a:headEnd len="sm" w="sm" type="none"/>
            <a:tailEnd len="sm" w="sm" type="none"/>
          </a:ln>
        </p:spPr>
      </p:cxnSp>
      <p:cxnSp>
        <p:nvCxnSpPr>
          <p:cNvPr id="491" name="Google Shape;491;p21"/>
          <p:cNvCxnSpPr/>
          <p:nvPr/>
        </p:nvCxnSpPr>
        <p:spPr>
          <a:xfrm>
            <a:off x="14730633" y="-2091199"/>
            <a:ext cx="7776300" cy="0"/>
          </a:xfrm>
          <a:prstGeom prst="straightConnector1">
            <a:avLst/>
          </a:prstGeom>
          <a:noFill/>
          <a:ln cap="flat" cmpd="sng" w="38100">
            <a:solidFill>
              <a:srgbClr val="C2C2C2"/>
            </a:solidFill>
            <a:prstDash val="solid"/>
            <a:round/>
            <a:headEnd len="sm" w="sm" type="none"/>
            <a:tailEnd len="sm" w="sm" type="none"/>
          </a:ln>
        </p:spPr>
      </p:cxnSp>
      <p:grpSp>
        <p:nvGrpSpPr>
          <p:cNvPr id="492" name="Google Shape;492;p21"/>
          <p:cNvGrpSpPr/>
          <p:nvPr/>
        </p:nvGrpSpPr>
        <p:grpSpPr>
          <a:xfrm>
            <a:off x="707825" y="3067775"/>
            <a:ext cx="7264322" cy="6094252"/>
            <a:chOff x="0" y="-47625"/>
            <a:chExt cx="780900" cy="1081500"/>
          </a:xfrm>
        </p:grpSpPr>
        <p:sp>
          <p:nvSpPr>
            <p:cNvPr id="493" name="Google Shape;493;p21"/>
            <p:cNvSpPr/>
            <p:nvPr/>
          </p:nvSpPr>
          <p:spPr>
            <a:xfrm>
              <a:off x="0" y="0"/>
              <a:ext cx="780822" cy="1033829"/>
            </a:xfrm>
            <a:custGeom>
              <a:rect b="b" l="l" r="r" t="t"/>
              <a:pathLst>
                <a:path extrusionOk="0" h="1033829" w="780822">
                  <a:moveTo>
                    <a:pt x="0" y="0"/>
                  </a:moveTo>
                  <a:lnTo>
                    <a:pt x="780822" y="0"/>
                  </a:lnTo>
                  <a:lnTo>
                    <a:pt x="780822" y="1033829"/>
                  </a:lnTo>
                  <a:lnTo>
                    <a:pt x="0" y="1033829"/>
                  </a:lnTo>
                  <a:close/>
                </a:path>
              </a:pathLst>
            </a:custGeom>
            <a:solidFill>
              <a:srgbClr val="000000">
                <a:alpha val="0"/>
              </a:srgbClr>
            </a:solidFill>
            <a:ln cap="sq" cmpd="sng" w="47625">
              <a:solidFill>
                <a:srgbClr val="000000"/>
              </a:solidFill>
              <a:prstDash val="solid"/>
              <a:miter lim="8000"/>
              <a:headEnd len="sm" w="sm" type="none"/>
              <a:tailEnd len="sm" w="sm" type="none"/>
            </a:ln>
          </p:spPr>
        </p:sp>
        <p:sp>
          <p:nvSpPr>
            <p:cNvPr id="494" name="Google Shape;494;p21"/>
            <p:cNvSpPr txBox="1"/>
            <p:nvPr/>
          </p:nvSpPr>
          <p:spPr>
            <a:xfrm>
              <a:off x="0" y="-47625"/>
              <a:ext cx="780900" cy="10815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95" name="Google Shape;495;p21"/>
          <p:cNvSpPr txBox="1"/>
          <p:nvPr/>
        </p:nvSpPr>
        <p:spPr>
          <a:xfrm>
            <a:off x="856025" y="3470125"/>
            <a:ext cx="6680400" cy="53751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t/>
            </a:r>
            <a:endParaRPr b="1" sz="1800">
              <a:solidFill>
                <a:schemeClr val="lt1"/>
              </a:solidFill>
              <a:latin typeface="Open Sans"/>
              <a:ea typeface="Open Sans"/>
              <a:cs typeface="Open Sans"/>
              <a:sym typeface="Open Sans"/>
            </a:endParaRPr>
          </a:p>
          <a:p>
            <a:pPr indent="0" lvl="0" marL="457200" rtl="0" algn="l">
              <a:lnSpc>
                <a:spcPct val="115000"/>
              </a:lnSpc>
              <a:spcBef>
                <a:spcPts val="0"/>
              </a:spcBef>
              <a:spcAft>
                <a:spcPts val="0"/>
              </a:spcAft>
              <a:buNone/>
            </a:pPr>
            <a:r>
              <a:t/>
            </a:r>
            <a:endParaRPr b="1" sz="1800">
              <a:solidFill>
                <a:schemeClr val="lt1"/>
              </a:solidFill>
              <a:latin typeface="Open Sans"/>
              <a:ea typeface="Open Sans"/>
              <a:cs typeface="Open Sans"/>
              <a:sym typeface="Open Sans"/>
            </a:endParaRPr>
          </a:p>
          <a:p>
            <a:pPr indent="-342900" lvl="0" marL="457200" rtl="0" algn="l">
              <a:lnSpc>
                <a:spcPct val="115000"/>
              </a:lnSpc>
              <a:spcBef>
                <a:spcPts val="0"/>
              </a:spcBef>
              <a:spcAft>
                <a:spcPts val="0"/>
              </a:spcAft>
              <a:buClr>
                <a:schemeClr val="lt1"/>
              </a:buClr>
              <a:buSzPts val="1800"/>
              <a:buFont typeface="Open Sans"/>
              <a:buChar char="-"/>
            </a:pPr>
            <a:r>
              <a:rPr b="1" lang="en-US" sz="1800">
                <a:solidFill>
                  <a:schemeClr val="lt1"/>
                </a:solidFill>
                <a:latin typeface="Open Sans"/>
                <a:ea typeface="Open Sans"/>
                <a:cs typeface="Open Sans"/>
                <a:sym typeface="Open Sans"/>
              </a:rPr>
              <a:t>Accuratezza elevata nella scansione delle reti:</a:t>
            </a:r>
            <a:endParaRPr b="1" sz="1800">
              <a:solidFill>
                <a:schemeClr val="lt1"/>
              </a:solidFill>
              <a:latin typeface="Open Sans"/>
              <a:ea typeface="Open Sans"/>
              <a:cs typeface="Open Sans"/>
              <a:sym typeface="Open Sans"/>
            </a:endParaRPr>
          </a:p>
          <a:p>
            <a:pPr indent="0" lvl="0" marL="457200" rtl="0" algn="l">
              <a:lnSpc>
                <a:spcPct val="115000"/>
              </a:lnSpc>
              <a:spcBef>
                <a:spcPts val="0"/>
              </a:spcBef>
              <a:spcAft>
                <a:spcPts val="0"/>
              </a:spcAft>
              <a:buNone/>
            </a:pPr>
            <a:r>
              <a:rPr lang="en-US" sz="1800">
                <a:solidFill>
                  <a:schemeClr val="lt1"/>
                </a:solidFill>
                <a:latin typeface="Open Sans"/>
                <a:ea typeface="Open Sans"/>
                <a:cs typeface="Open Sans"/>
                <a:sym typeface="Open Sans"/>
              </a:rPr>
              <a:t>Quando richiesta la scansione di un IP il modello si affida a tool rinomati come Nmap.</a:t>
            </a:r>
            <a:endParaRPr sz="1800">
              <a:solidFill>
                <a:schemeClr val="lt1"/>
              </a:solidFill>
              <a:latin typeface="Open Sans"/>
              <a:ea typeface="Open Sans"/>
              <a:cs typeface="Open Sans"/>
              <a:sym typeface="Open Sans"/>
            </a:endParaRPr>
          </a:p>
          <a:p>
            <a:pPr indent="0" lvl="0" marL="457200" rtl="0" algn="l">
              <a:lnSpc>
                <a:spcPct val="115000"/>
              </a:lnSpc>
              <a:spcBef>
                <a:spcPts val="0"/>
              </a:spcBef>
              <a:spcAft>
                <a:spcPts val="0"/>
              </a:spcAft>
              <a:buNone/>
            </a:pPr>
            <a:r>
              <a:t/>
            </a:r>
            <a:endParaRPr sz="1800">
              <a:solidFill>
                <a:schemeClr val="lt1"/>
              </a:solidFill>
              <a:latin typeface="Open Sans"/>
              <a:ea typeface="Open Sans"/>
              <a:cs typeface="Open Sans"/>
              <a:sym typeface="Open Sans"/>
            </a:endParaRPr>
          </a:p>
          <a:p>
            <a:pPr indent="-342900" lvl="0" marL="457200" rtl="0" algn="l">
              <a:lnSpc>
                <a:spcPct val="115000"/>
              </a:lnSpc>
              <a:spcBef>
                <a:spcPts val="0"/>
              </a:spcBef>
              <a:spcAft>
                <a:spcPts val="0"/>
              </a:spcAft>
              <a:buClr>
                <a:schemeClr val="lt1"/>
              </a:buClr>
              <a:buSzPts val="1800"/>
              <a:buFont typeface="Open Sans"/>
              <a:buChar char="-"/>
            </a:pPr>
            <a:r>
              <a:rPr b="1" lang="en-US" sz="1800">
                <a:solidFill>
                  <a:schemeClr val="lt1"/>
                </a:solidFill>
                <a:latin typeface="Open Sans"/>
                <a:ea typeface="Open Sans"/>
                <a:cs typeface="Open Sans"/>
                <a:sym typeface="Open Sans"/>
              </a:rPr>
              <a:t>Accuratezza elevata nell'identificazione delle CVE:</a:t>
            </a:r>
            <a:br>
              <a:rPr b="1" lang="en-US" sz="1800">
                <a:solidFill>
                  <a:schemeClr val="lt1"/>
                </a:solidFill>
                <a:latin typeface="Open Sans"/>
                <a:ea typeface="Open Sans"/>
                <a:cs typeface="Open Sans"/>
                <a:sym typeface="Open Sans"/>
              </a:rPr>
            </a:br>
            <a:r>
              <a:rPr lang="en-US" sz="1800">
                <a:solidFill>
                  <a:schemeClr val="lt1"/>
                </a:solidFill>
                <a:latin typeface="Open Sans"/>
                <a:ea typeface="Open Sans"/>
                <a:cs typeface="Open Sans"/>
                <a:sym typeface="Open Sans"/>
              </a:rPr>
              <a:t>Quando richieste informazioni su CVE il modello interroga direttamente</a:t>
            </a:r>
            <a:r>
              <a:rPr lang="en-US" sz="1800">
                <a:solidFill>
                  <a:schemeClr val="dk1"/>
                </a:solidFill>
                <a:latin typeface="Open Sans"/>
                <a:ea typeface="Open Sans"/>
                <a:cs typeface="Open Sans"/>
                <a:sym typeface="Open Sans"/>
              </a:rPr>
              <a:t> </a:t>
            </a:r>
            <a:r>
              <a:rPr lang="en-US" sz="1800" u="sng">
                <a:solidFill>
                  <a:schemeClr val="dk1"/>
                </a:solidFill>
                <a:latin typeface="Open Sans"/>
                <a:ea typeface="Open Sans"/>
                <a:cs typeface="Open Sans"/>
                <a:sym typeface="Open Sans"/>
                <a:hlinkClick r:id="rId4">
                  <a:extLst>
                    <a:ext uri="{A12FA001-AC4F-418D-AE19-62706E023703}">
                      <ahyp:hlinkClr val="tx"/>
                    </a:ext>
                  </a:extLst>
                </a:hlinkClick>
              </a:rPr>
              <a:t>https://nvd.nist.gov/</a:t>
            </a:r>
            <a:r>
              <a:rPr lang="en-US" sz="1800">
                <a:solidFill>
                  <a:schemeClr val="dk1"/>
                </a:solidFill>
                <a:latin typeface="Open Sans"/>
                <a:ea typeface="Open Sans"/>
                <a:cs typeface="Open Sans"/>
                <a:sym typeface="Open Sans"/>
              </a:rPr>
              <a:t> </a:t>
            </a:r>
            <a:r>
              <a:rPr lang="en-US" sz="1800">
                <a:solidFill>
                  <a:schemeClr val="lt1"/>
                </a:solidFill>
                <a:latin typeface="Open Sans"/>
                <a:ea typeface="Open Sans"/>
                <a:cs typeface="Open Sans"/>
                <a:sym typeface="Open Sans"/>
              </a:rPr>
              <a:t>evitando inconsistenze.</a:t>
            </a:r>
            <a:endParaRPr sz="1800">
              <a:solidFill>
                <a:schemeClr val="lt1"/>
              </a:solidFill>
              <a:latin typeface="Open Sans"/>
              <a:ea typeface="Open Sans"/>
              <a:cs typeface="Open Sans"/>
              <a:sym typeface="Open Sans"/>
            </a:endParaRPr>
          </a:p>
          <a:p>
            <a:pPr indent="0" lvl="0" marL="457200" rtl="0" algn="l">
              <a:lnSpc>
                <a:spcPct val="115000"/>
              </a:lnSpc>
              <a:spcBef>
                <a:spcPts val="0"/>
              </a:spcBef>
              <a:spcAft>
                <a:spcPts val="0"/>
              </a:spcAft>
              <a:buNone/>
            </a:pPr>
            <a:r>
              <a:t/>
            </a:r>
            <a:endParaRPr b="1" sz="1800">
              <a:solidFill>
                <a:srgbClr val="FFFFFF"/>
              </a:solidFill>
              <a:latin typeface="Open Sans"/>
              <a:ea typeface="Open Sans"/>
              <a:cs typeface="Open Sans"/>
              <a:sym typeface="Open Sans"/>
            </a:endParaRPr>
          </a:p>
          <a:p>
            <a:pPr indent="-342900" lvl="0" marL="457200" rtl="0" algn="l">
              <a:lnSpc>
                <a:spcPct val="115000"/>
              </a:lnSpc>
              <a:spcBef>
                <a:spcPts val="0"/>
              </a:spcBef>
              <a:spcAft>
                <a:spcPts val="0"/>
              </a:spcAft>
              <a:buClr>
                <a:schemeClr val="lt1"/>
              </a:buClr>
              <a:buSzPts val="1800"/>
              <a:buFont typeface="Open Sans"/>
              <a:buChar char="-"/>
            </a:pPr>
            <a:r>
              <a:rPr b="1" lang="en-US" sz="1800">
                <a:solidFill>
                  <a:schemeClr val="lt1"/>
                </a:solidFill>
                <a:latin typeface="Open Sans"/>
                <a:ea typeface="Open Sans"/>
                <a:cs typeface="Open Sans"/>
                <a:sym typeface="Open Sans"/>
              </a:rPr>
              <a:t>Altre generazioni</a:t>
            </a:r>
            <a:r>
              <a:rPr b="1" lang="en-US" sz="1800">
                <a:solidFill>
                  <a:schemeClr val="lt1"/>
                </a:solidFill>
                <a:latin typeface="Open Sans"/>
                <a:ea typeface="Open Sans"/>
                <a:cs typeface="Open Sans"/>
                <a:sym typeface="Open Sans"/>
              </a:rPr>
              <a:t>:</a:t>
            </a:r>
            <a:br>
              <a:rPr b="1" lang="en-US" sz="1800">
                <a:solidFill>
                  <a:schemeClr val="lt1"/>
                </a:solidFill>
                <a:latin typeface="Open Sans"/>
                <a:ea typeface="Open Sans"/>
                <a:cs typeface="Open Sans"/>
                <a:sym typeface="Open Sans"/>
              </a:rPr>
            </a:br>
            <a:r>
              <a:rPr lang="en-US" sz="1800">
                <a:solidFill>
                  <a:schemeClr val="lt1"/>
                </a:solidFill>
                <a:latin typeface="Open Sans"/>
                <a:ea typeface="Open Sans"/>
                <a:cs typeface="Open Sans"/>
                <a:sym typeface="Open Sans"/>
              </a:rPr>
              <a:t>Per diversi tipi di utilizzo fanno voce le regole comuni a tutti gli altri modelli (Controllare la veridicità delle informazioni che vengono generate, andando avanti nella conversazione la precisione può diminuire, ecc…)</a:t>
            </a:r>
            <a:endParaRPr b="1" sz="1800">
              <a:solidFill>
                <a:srgbClr val="FFFFFF"/>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b="1" sz="1800">
              <a:solidFill>
                <a:srgbClr val="FFFFFF"/>
              </a:solidFill>
              <a:latin typeface="Open Sans"/>
              <a:ea typeface="Open Sans"/>
              <a:cs typeface="Open Sans"/>
              <a:sym typeface="Open Sans"/>
            </a:endParaRPr>
          </a:p>
          <a:p>
            <a:pPr indent="0" lvl="0" marL="0" marR="0" rtl="0" algn="l">
              <a:lnSpc>
                <a:spcPct val="115000"/>
              </a:lnSpc>
              <a:spcBef>
                <a:spcPts val="0"/>
              </a:spcBef>
              <a:spcAft>
                <a:spcPts val="0"/>
              </a:spcAft>
              <a:buNone/>
            </a:pPr>
            <a:r>
              <a:t/>
            </a:r>
            <a:endParaRPr sz="1800">
              <a:solidFill>
                <a:srgbClr val="FFFFFF"/>
              </a:solidFill>
              <a:latin typeface="Open Sans"/>
              <a:ea typeface="Open Sans"/>
              <a:cs typeface="Open Sans"/>
              <a:sym typeface="Open Sans"/>
            </a:endParaRPr>
          </a:p>
        </p:txBody>
      </p:sp>
      <p:pic>
        <p:nvPicPr>
          <p:cNvPr id="496" name="Google Shape;496;p21"/>
          <p:cNvPicPr preferRelativeResize="0"/>
          <p:nvPr/>
        </p:nvPicPr>
        <p:blipFill>
          <a:blip r:embed="rId5">
            <a:alphaModFix/>
          </a:blip>
          <a:stretch>
            <a:fillRect/>
          </a:stretch>
        </p:blipFill>
        <p:spPr>
          <a:xfrm>
            <a:off x="15901413" y="565130"/>
            <a:ext cx="1687100" cy="531803"/>
          </a:xfrm>
          <a:prstGeom prst="rect">
            <a:avLst/>
          </a:prstGeom>
          <a:noFill/>
          <a:ln>
            <a:noFill/>
          </a:ln>
        </p:spPr>
      </p:pic>
      <p:pic>
        <p:nvPicPr>
          <p:cNvPr id="497" name="Google Shape;497;p21"/>
          <p:cNvPicPr preferRelativeResize="0"/>
          <p:nvPr/>
        </p:nvPicPr>
        <p:blipFill>
          <a:blip r:embed="rId6">
            <a:alphaModFix/>
          </a:blip>
          <a:stretch>
            <a:fillRect/>
          </a:stretch>
        </p:blipFill>
        <p:spPr>
          <a:xfrm>
            <a:off x="2523213" y="-883374"/>
            <a:ext cx="1948877" cy="1792725"/>
          </a:xfrm>
          <a:prstGeom prst="rect">
            <a:avLst/>
          </a:prstGeom>
          <a:noFill/>
          <a:ln>
            <a:noFill/>
          </a:ln>
        </p:spPr>
      </p:pic>
      <p:pic>
        <p:nvPicPr>
          <p:cNvPr id="498" name="Google Shape;498;p21"/>
          <p:cNvPicPr preferRelativeResize="0"/>
          <p:nvPr/>
        </p:nvPicPr>
        <p:blipFill>
          <a:blip r:embed="rId7">
            <a:alphaModFix/>
          </a:blip>
          <a:stretch>
            <a:fillRect/>
          </a:stretch>
        </p:blipFill>
        <p:spPr>
          <a:xfrm>
            <a:off x="8821808" y="5733309"/>
            <a:ext cx="787100" cy="1488778"/>
          </a:xfrm>
          <a:prstGeom prst="rect">
            <a:avLst/>
          </a:prstGeom>
          <a:noFill/>
          <a:ln>
            <a:noFill/>
          </a:ln>
        </p:spPr>
      </p:pic>
      <p:sp>
        <p:nvSpPr>
          <p:cNvPr id="499" name="Google Shape;499;p21"/>
          <p:cNvSpPr txBox="1"/>
          <p:nvPr/>
        </p:nvSpPr>
        <p:spPr>
          <a:xfrm>
            <a:off x="6113950" y="555625"/>
            <a:ext cx="6202800" cy="1262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7000">
                <a:solidFill>
                  <a:schemeClr val="dk1"/>
                </a:solidFill>
                <a:latin typeface="Archivo Black"/>
                <a:ea typeface="Archivo Black"/>
                <a:cs typeface="Archivo Black"/>
                <a:sym typeface="Archivo Black"/>
              </a:rPr>
              <a:t>FU</a:t>
            </a:r>
            <a:r>
              <a:rPr lang="en-US" sz="7000">
                <a:solidFill>
                  <a:schemeClr val="dk2"/>
                </a:solidFill>
                <a:latin typeface="Archivo Black"/>
                <a:ea typeface="Archivo Black"/>
                <a:cs typeface="Archivo Black"/>
                <a:sym typeface="Archivo Black"/>
              </a:rPr>
              <a:t>RP</a:t>
            </a:r>
            <a:r>
              <a:rPr lang="en-US" sz="7000">
                <a:solidFill>
                  <a:schemeClr val="dk1"/>
                </a:solidFill>
                <a:latin typeface="Archivo Black"/>
                <a:ea typeface="Archivo Black"/>
                <a:cs typeface="Archivo Black"/>
                <a:sym typeface="Archivo Black"/>
              </a:rPr>
              <a:t>S+</a:t>
            </a:r>
            <a:endParaRPr/>
          </a:p>
        </p:txBody>
      </p:sp>
      <p:sp>
        <p:nvSpPr>
          <p:cNvPr id="500" name="Google Shape;500;p21"/>
          <p:cNvSpPr txBox="1"/>
          <p:nvPr/>
        </p:nvSpPr>
        <p:spPr>
          <a:xfrm>
            <a:off x="10639900" y="4268425"/>
            <a:ext cx="6680400" cy="428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b="1" sz="1800">
              <a:solidFill>
                <a:schemeClr val="lt1"/>
              </a:solidFill>
              <a:latin typeface="Open Sans"/>
              <a:ea typeface="Open Sans"/>
              <a:cs typeface="Open Sans"/>
              <a:sym typeface="Open Sans"/>
            </a:endParaRPr>
          </a:p>
          <a:p>
            <a:pPr indent="-342900" lvl="0" marL="457200" rtl="0" algn="l">
              <a:lnSpc>
                <a:spcPct val="115000"/>
              </a:lnSpc>
              <a:spcBef>
                <a:spcPts val="0"/>
              </a:spcBef>
              <a:spcAft>
                <a:spcPts val="0"/>
              </a:spcAft>
              <a:buClr>
                <a:schemeClr val="lt1"/>
              </a:buClr>
              <a:buSzPts val="1800"/>
              <a:buFont typeface="Open Sans"/>
              <a:buChar char="-"/>
            </a:pPr>
            <a:r>
              <a:rPr b="1" lang="en-US" sz="1800">
                <a:solidFill>
                  <a:schemeClr val="lt1"/>
                </a:solidFill>
                <a:latin typeface="Open Sans"/>
                <a:ea typeface="Open Sans"/>
                <a:cs typeface="Open Sans"/>
                <a:sym typeface="Open Sans"/>
              </a:rPr>
              <a:t>Device CPU:</a:t>
            </a:r>
            <a:endParaRPr b="1" sz="1800">
              <a:solidFill>
                <a:schemeClr val="lt1"/>
              </a:solidFill>
              <a:latin typeface="Open Sans"/>
              <a:ea typeface="Open Sans"/>
              <a:cs typeface="Open Sans"/>
              <a:sym typeface="Open Sans"/>
            </a:endParaRPr>
          </a:p>
          <a:p>
            <a:pPr indent="0" lvl="0" marL="457200" rtl="0" algn="l">
              <a:lnSpc>
                <a:spcPct val="115000"/>
              </a:lnSpc>
              <a:spcBef>
                <a:spcPts val="0"/>
              </a:spcBef>
              <a:spcAft>
                <a:spcPts val="0"/>
              </a:spcAft>
              <a:buNone/>
            </a:pPr>
            <a:r>
              <a:rPr lang="en-US" sz="1800">
                <a:solidFill>
                  <a:schemeClr val="lt1"/>
                </a:solidFill>
                <a:latin typeface="Open Sans"/>
                <a:ea typeface="Open Sans"/>
                <a:cs typeface="Open Sans"/>
                <a:sym typeface="Open Sans"/>
              </a:rPr>
              <a:t>Le performance sono legate alla CPU del dispositivo che esegue il modello.</a:t>
            </a:r>
            <a:endParaRPr sz="1800">
              <a:solidFill>
                <a:schemeClr val="lt1"/>
              </a:solidFill>
              <a:latin typeface="Open Sans"/>
              <a:ea typeface="Open Sans"/>
              <a:cs typeface="Open Sans"/>
              <a:sym typeface="Open Sans"/>
            </a:endParaRPr>
          </a:p>
          <a:p>
            <a:pPr indent="0" lvl="0" marL="457200" rtl="0" algn="l">
              <a:lnSpc>
                <a:spcPct val="115000"/>
              </a:lnSpc>
              <a:spcBef>
                <a:spcPts val="0"/>
              </a:spcBef>
              <a:spcAft>
                <a:spcPts val="0"/>
              </a:spcAft>
              <a:buNone/>
            </a:pPr>
            <a:r>
              <a:t/>
            </a:r>
            <a:endParaRPr sz="1800">
              <a:solidFill>
                <a:schemeClr val="lt1"/>
              </a:solidFill>
              <a:latin typeface="Open Sans"/>
              <a:ea typeface="Open Sans"/>
              <a:cs typeface="Open Sans"/>
              <a:sym typeface="Open Sans"/>
            </a:endParaRPr>
          </a:p>
          <a:p>
            <a:pPr indent="-342900" lvl="0" marL="457200" rtl="0" algn="l">
              <a:lnSpc>
                <a:spcPct val="115000"/>
              </a:lnSpc>
              <a:spcBef>
                <a:spcPts val="0"/>
              </a:spcBef>
              <a:spcAft>
                <a:spcPts val="0"/>
              </a:spcAft>
              <a:buClr>
                <a:schemeClr val="lt1"/>
              </a:buClr>
              <a:buSzPts val="1800"/>
              <a:buFont typeface="Open Sans"/>
              <a:buChar char="-"/>
            </a:pPr>
            <a:r>
              <a:rPr b="1" lang="en-US" sz="1800">
                <a:solidFill>
                  <a:schemeClr val="lt1"/>
                </a:solidFill>
                <a:latin typeface="Open Sans"/>
                <a:ea typeface="Open Sans"/>
                <a:cs typeface="Open Sans"/>
                <a:sym typeface="Open Sans"/>
              </a:rPr>
              <a:t>Altre possibili variabili:</a:t>
            </a:r>
            <a:endParaRPr b="1" sz="1800">
              <a:solidFill>
                <a:schemeClr val="lt1"/>
              </a:solidFill>
              <a:latin typeface="Open Sans"/>
              <a:ea typeface="Open Sans"/>
              <a:cs typeface="Open Sans"/>
              <a:sym typeface="Open Sans"/>
            </a:endParaRPr>
          </a:p>
          <a:p>
            <a:pPr indent="0" lvl="0" marL="457200" rtl="0" algn="l">
              <a:lnSpc>
                <a:spcPct val="115000"/>
              </a:lnSpc>
              <a:spcBef>
                <a:spcPts val="0"/>
              </a:spcBef>
              <a:spcAft>
                <a:spcPts val="0"/>
              </a:spcAft>
              <a:buClr>
                <a:schemeClr val="dk1"/>
              </a:buClr>
              <a:buSzPts val="1100"/>
              <a:buFont typeface="Arial"/>
              <a:buNone/>
            </a:pPr>
            <a:r>
              <a:rPr lang="en-US" sz="1800">
                <a:solidFill>
                  <a:schemeClr val="lt1"/>
                </a:solidFill>
                <a:latin typeface="Open Sans"/>
                <a:ea typeface="Open Sans"/>
                <a:cs typeface="Open Sans"/>
                <a:sym typeface="Open Sans"/>
              </a:rPr>
              <a:t>La velocità della rete per lo scanning e il check di CVE.</a:t>
            </a:r>
            <a:endParaRPr sz="1800">
              <a:solidFill>
                <a:schemeClr val="lt1"/>
              </a:solidFill>
              <a:latin typeface="Open Sans"/>
              <a:ea typeface="Open Sans"/>
              <a:cs typeface="Open Sans"/>
              <a:sym typeface="Open Sans"/>
            </a:endParaRPr>
          </a:p>
          <a:p>
            <a:pPr indent="0" lvl="0" marL="457200" rtl="0" algn="l">
              <a:lnSpc>
                <a:spcPct val="115000"/>
              </a:lnSpc>
              <a:spcBef>
                <a:spcPts val="0"/>
              </a:spcBef>
              <a:spcAft>
                <a:spcPts val="0"/>
              </a:spcAft>
              <a:buNone/>
            </a:pPr>
            <a:r>
              <a:t/>
            </a:r>
            <a:endParaRPr sz="1800">
              <a:solidFill>
                <a:schemeClr val="lt1"/>
              </a:solidFill>
              <a:latin typeface="Open Sans"/>
              <a:ea typeface="Open Sans"/>
              <a:cs typeface="Open Sans"/>
              <a:sym typeface="Open Sans"/>
            </a:endParaRPr>
          </a:p>
          <a:p>
            <a:pPr indent="-342900" lvl="0" marL="457200" rtl="0" algn="l">
              <a:lnSpc>
                <a:spcPct val="115000"/>
              </a:lnSpc>
              <a:spcBef>
                <a:spcPts val="0"/>
              </a:spcBef>
              <a:spcAft>
                <a:spcPts val="0"/>
              </a:spcAft>
              <a:buClr>
                <a:schemeClr val="lt1"/>
              </a:buClr>
              <a:buSzPts val="1800"/>
              <a:buFont typeface="Open Sans"/>
              <a:buChar char="-"/>
            </a:pPr>
            <a:r>
              <a:rPr b="1" lang="en-US" sz="1800">
                <a:solidFill>
                  <a:schemeClr val="lt1"/>
                </a:solidFill>
                <a:latin typeface="Open Sans"/>
                <a:ea typeface="Open Sans"/>
                <a:cs typeface="Open Sans"/>
                <a:sym typeface="Open Sans"/>
              </a:rPr>
              <a:t>Benchmark su Ryzen 5 7535u:</a:t>
            </a:r>
            <a:endParaRPr b="1" sz="1800">
              <a:solidFill>
                <a:schemeClr val="lt1"/>
              </a:solidFill>
              <a:latin typeface="Open Sans"/>
              <a:ea typeface="Open Sans"/>
              <a:cs typeface="Open Sans"/>
              <a:sym typeface="Open Sans"/>
            </a:endParaRPr>
          </a:p>
          <a:p>
            <a:pPr indent="0" lvl="0" marL="457200" rtl="0" algn="l">
              <a:lnSpc>
                <a:spcPct val="115000"/>
              </a:lnSpc>
              <a:spcBef>
                <a:spcPts val="0"/>
              </a:spcBef>
              <a:spcAft>
                <a:spcPts val="0"/>
              </a:spcAft>
              <a:buNone/>
            </a:pPr>
            <a:r>
              <a:rPr lang="en-US" sz="1800">
                <a:solidFill>
                  <a:schemeClr val="lt1"/>
                </a:solidFill>
                <a:latin typeface="Open Sans"/>
                <a:ea typeface="Open Sans"/>
                <a:cs typeface="Open Sans"/>
                <a:sym typeface="Open Sans"/>
              </a:rPr>
              <a:t>Risposta: ~25s</a:t>
            </a:r>
            <a:endParaRPr sz="1800">
              <a:solidFill>
                <a:schemeClr val="lt1"/>
              </a:solidFill>
              <a:latin typeface="Open Sans"/>
              <a:ea typeface="Open Sans"/>
              <a:cs typeface="Open Sans"/>
              <a:sym typeface="Open Sans"/>
            </a:endParaRPr>
          </a:p>
          <a:p>
            <a:pPr indent="0" lvl="0" marL="457200" rtl="0" algn="l">
              <a:lnSpc>
                <a:spcPct val="115000"/>
              </a:lnSpc>
              <a:spcBef>
                <a:spcPts val="0"/>
              </a:spcBef>
              <a:spcAft>
                <a:spcPts val="0"/>
              </a:spcAft>
              <a:buNone/>
            </a:pPr>
            <a:r>
              <a:rPr lang="en-US" sz="1800">
                <a:solidFill>
                  <a:schemeClr val="lt1"/>
                </a:solidFill>
                <a:latin typeface="Open Sans"/>
                <a:ea typeface="Open Sans"/>
                <a:cs typeface="Open Sans"/>
                <a:sym typeface="Open Sans"/>
              </a:rPr>
              <a:t>Scanning: ~60s</a:t>
            </a:r>
            <a:endParaRPr sz="1800">
              <a:solidFill>
                <a:schemeClr val="lt1"/>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1800">
              <a:solidFill>
                <a:schemeClr val="lt1"/>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1800">
              <a:solidFill>
                <a:schemeClr val="lt1"/>
              </a:solidFill>
              <a:latin typeface="Open Sans"/>
              <a:ea typeface="Open Sans"/>
              <a:cs typeface="Open Sans"/>
              <a:sym typeface="Open Sans"/>
            </a:endParaRPr>
          </a:p>
        </p:txBody>
      </p:sp>
      <p:cxnSp>
        <p:nvCxnSpPr>
          <p:cNvPr id="501" name="Google Shape;501;p21"/>
          <p:cNvCxnSpPr>
            <a:stCxn id="477" idx="0"/>
            <a:endCxn id="499" idx="2"/>
          </p:cNvCxnSpPr>
          <p:nvPr/>
        </p:nvCxnSpPr>
        <p:spPr>
          <a:xfrm rot="-5400000">
            <a:off x="6657503" y="-667325"/>
            <a:ext cx="72900" cy="5043000"/>
          </a:xfrm>
          <a:prstGeom prst="bentConnector3">
            <a:avLst>
              <a:gd fmla="val 50000" name="adj1"/>
            </a:avLst>
          </a:prstGeom>
          <a:noFill/>
          <a:ln cap="flat" cmpd="sng" w="9525">
            <a:solidFill>
              <a:schemeClr val="dk2"/>
            </a:solidFill>
            <a:prstDash val="solid"/>
            <a:round/>
            <a:headEnd len="med" w="med" type="none"/>
            <a:tailEnd len="med" w="med" type="none"/>
          </a:ln>
        </p:spPr>
      </p:cxnSp>
      <p:cxnSp>
        <p:nvCxnSpPr>
          <p:cNvPr id="502" name="Google Shape;502;p21"/>
          <p:cNvCxnSpPr>
            <a:stCxn id="499" idx="2"/>
            <a:endCxn id="478" idx="0"/>
          </p:cNvCxnSpPr>
          <p:nvPr/>
        </p:nvCxnSpPr>
        <p:spPr>
          <a:xfrm flipH="1" rot="-5400000">
            <a:off x="11561350" y="-528275"/>
            <a:ext cx="72900" cy="4764900"/>
          </a:xfrm>
          <a:prstGeom prst="bentConnector3">
            <a:avLst>
              <a:gd fmla="val 50060" name="adj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cxnSp>
        <p:nvCxnSpPr>
          <p:cNvPr id="507" name="Google Shape;507;p22"/>
          <p:cNvCxnSpPr/>
          <p:nvPr/>
        </p:nvCxnSpPr>
        <p:spPr>
          <a:xfrm>
            <a:off x="0" y="5293228"/>
            <a:ext cx="7594200" cy="0"/>
          </a:xfrm>
          <a:prstGeom prst="straightConnector1">
            <a:avLst/>
          </a:prstGeom>
          <a:noFill/>
          <a:ln cap="flat" cmpd="sng" w="38100">
            <a:solidFill>
              <a:srgbClr val="C2C2C2"/>
            </a:solidFill>
            <a:prstDash val="solid"/>
            <a:round/>
            <a:headEnd len="sm" w="sm" type="none"/>
            <a:tailEnd len="sm" w="sm" type="none"/>
          </a:ln>
        </p:spPr>
      </p:cxnSp>
      <p:cxnSp>
        <p:nvCxnSpPr>
          <p:cNvPr id="508" name="Google Shape;508;p22"/>
          <p:cNvCxnSpPr/>
          <p:nvPr/>
        </p:nvCxnSpPr>
        <p:spPr>
          <a:xfrm>
            <a:off x="0" y="6477704"/>
            <a:ext cx="7594200" cy="0"/>
          </a:xfrm>
          <a:prstGeom prst="straightConnector1">
            <a:avLst/>
          </a:prstGeom>
          <a:noFill/>
          <a:ln cap="flat" cmpd="sng" w="38100">
            <a:solidFill>
              <a:srgbClr val="C2C2C2"/>
            </a:solidFill>
            <a:prstDash val="solid"/>
            <a:round/>
            <a:headEnd len="sm" w="sm" type="none"/>
            <a:tailEnd len="sm" w="sm" type="none"/>
          </a:ln>
        </p:spPr>
      </p:cxnSp>
      <p:cxnSp>
        <p:nvCxnSpPr>
          <p:cNvPr id="509" name="Google Shape;509;p22"/>
          <p:cNvCxnSpPr/>
          <p:nvPr/>
        </p:nvCxnSpPr>
        <p:spPr>
          <a:xfrm>
            <a:off x="0" y="7662179"/>
            <a:ext cx="7594200" cy="0"/>
          </a:xfrm>
          <a:prstGeom prst="straightConnector1">
            <a:avLst/>
          </a:prstGeom>
          <a:noFill/>
          <a:ln cap="flat" cmpd="sng" w="38100">
            <a:solidFill>
              <a:srgbClr val="C2C2C2"/>
            </a:solidFill>
            <a:prstDash val="solid"/>
            <a:round/>
            <a:headEnd len="sm" w="sm" type="none"/>
            <a:tailEnd len="sm" w="sm" type="none"/>
          </a:ln>
        </p:spPr>
      </p:cxnSp>
      <p:cxnSp>
        <p:nvCxnSpPr>
          <p:cNvPr id="510" name="Google Shape;510;p22"/>
          <p:cNvCxnSpPr/>
          <p:nvPr/>
        </p:nvCxnSpPr>
        <p:spPr>
          <a:xfrm>
            <a:off x="0" y="4155982"/>
            <a:ext cx="7594200" cy="0"/>
          </a:xfrm>
          <a:prstGeom prst="straightConnector1">
            <a:avLst/>
          </a:prstGeom>
          <a:noFill/>
          <a:ln cap="flat" cmpd="sng" w="38100">
            <a:solidFill>
              <a:srgbClr val="C2C2C2"/>
            </a:solidFill>
            <a:prstDash val="solid"/>
            <a:round/>
            <a:headEnd len="sm" w="sm" type="none"/>
            <a:tailEnd len="sm" w="sm" type="none"/>
          </a:ln>
        </p:spPr>
      </p:cxnSp>
      <p:cxnSp>
        <p:nvCxnSpPr>
          <p:cNvPr id="511" name="Google Shape;511;p22"/>
          <p:cNvCxnSpPr/>
          <p:nvPr/>
        </p:nvCxnSpPr>
        <p:spPr>
          <a:xfrm>
            <a:off x="4606213" y="2715457"/>
            <a:ext cx="0" cy="6456900"/>
          </a:xfrm>
          <a:prstGeom prst="straightConnector1">
            <a:avLst/>
          </a:prstGeom>
          <a:noFill/>
          <a:ln cap="flat" cmpd="sng" w="38100">
            <a:solidFill>
              <a:srgbClr val="C2C2C2"/>
            </a:solidFill>
            <a:prstDash val="solid"/>
            <a:round/>
            <a:headEnd len="sm" w="sm" type="none"/>
            <a:tailEnd len="sm" w="sm" type="none"/>
          </a:ln>
        </p:spPr>
      </p:cxnSp>
      <p:cxnSp>
        <p:nvCxnSpPr>
          <p:cNvPr id="512" name="Google Shape;512;p22"/>
          <p:cNvCxnSpPr/>
          <p:nvPr/>
        </p:nvCxnSpPr>
        <p:spPr>
          <a:xfrm>
            <a:off x="3363341" y="2715457"/>
            <a:ext cx="0" cy="6456900"/>
          </a:xfrm>
          <a:prstGeom prst="straightConnector1">
            <a:avLst/>
          </a:prstGeom>
          <a:noFill/>
          <a:ln cap="flat" cmpd="sng" w="38100">
            <a:solidFill>
              <a:srgbClr val="C2C2C2"/>
            </a:solidFill>
            <a:prstDash val="solid"/>
            <a:round/>
            <a:headEnd len="sm" w="sm" type="none"/>
            <a:tailEnd len="sm" w="sm" type="none"/>
          </a:ln>
        </p:spPr>
      </p:cxnSp>
      <p:cxnSp>
        <p:nvCxnSpPr>
          <p:cNvPr id="513" name="Google Shape;513;p22"/>
          <p:cNvCxnSpPr/>
          <p:nvPr/>
        </p:nvCxnSpPr>
        <p:spPr>
          <a:xfrm>
            <a:off x="2110815" y="2715457"/>
            <a:ext cx="0" cy="6456900"/>
          </a:xfrm>
          <a:prstGeom prst="straightConnector1">
            <a:avLst/>
          </a:prstGeom>
          <a:noFill/>
          <a:ln cap="flat" cmpd="sng" w="38100">
            <a:solidFill>
              <a:srgbClr val="C2C2C2"/>
            </a:solidFill>
            <a:prstDash val="solid"/>
            <a:round/>
            <a:headEnd len="sm" w="sm" type="none"/>
            <a:tailEnd len="sm" w="sm" type="none"/>
          </a:ln>
        </p:spPr>
      </p:cxnSp>
      <p:cxnSp>
        <p:nvCxnSpPr>
          <p:cNvPr id="514" name="Google Shape;514;p22"/>
          <p:cNvCxnSpPr/>
          <p:nvPr/>
        </p:nvCxnSpPr>
        <p:spPr>
          <a:xfrm>
            <a:off x="777595" y="2715457"/>
            <a:ext cx="0" cy="6456900"/>
          </a:xfrm>
          <a:prstGeom prst="straightConnector1">
            <a:avLst/>
          </a:prstGeom>
          <a:noFill/>
          <a:ln cap="flat" cmpd="sng" w="38100">
            <a:solidFill>
              <a:srgbClr val="C2C2C2"/>
            </a:solidFill>
            <a:prstDash val="solid"/>
            <a:round/>
            <a:headEnd len="sm" w="sm" type="none"/>
            <a:tailEnd len="sm" w="sm" type="none"/>
          </a:ln>
        </p:spPr>
      </p:cxnSp>
      <p:cxnSp>
        <p:nvCxnSpPr>
          <p:cNvPr id="515" name="Google Shape;515;p22"/>
          <p:cNvCxnSpPr/>
          <p:nvPr/>
        </p:nvCxnSpPr>
        <p:spPr>
          <a:xfrm>
            <a:off x="0" y="2971507"/>
            <a:ext cx="7594200" cy="0"/>
          </a:xfrm>
          <a:prstGeom prst="straightConnector1">
            <a:avLst/>
          </a:prstGeom>
          <a:noFill/>
          <a:ln cap="flat" cmpd="sng" w="38100">
            <a:solidFill>
              <a:srgbClr val="C2C2C2"/>
            </a:solidFill>
            <a:prstDash val="solid"/>
            <a:round/>
            <a:headEnd len="sm" w="sm" type="none"/>
            <a:tailEnd len="sm" w="sm" type="none"/>
          </a:ln>
        </p:spPr>
      </p:cxnSp>
      <p:cxnSp>
        <p:nvCxnSpPr>
          <p:cNvPr id="516" name="Google Shape;516;p22"/>
          <p:cNvCxnSpPr/>
          <p:nvPr/>
        </p:nvCxnSpPr>
        <p:spPr>
          <a:xfrm>
            <a:off x="6898785" y="2702431"/>
            <a:ext cx="0" cy="6142800"/>
          </a:xfrm>
          <a:prstGeom prst="straightConnector1">
            <a:avLst/>
          </a:prstGeom>
          <a:noFill/>
          <a:ln cap="flat" cmpd="sng" w="38100">
            <a:solidFill>
              <a:srgbClr val="C2C2C2"/>
            </a:solidFill>
            <a:prstDash val="solid"/>
            <a:round/>
            <a:headEnd len="sm" w="sm" type="none"/>
            <a:tailEnd len="sm" w="sm" type="none"/>
          </a:ln>
        </p:spPr>
      </p:cxnSp>
      <p:cxnSp>
        <p:nvCxnSpPr>
          <p:cNvPr id="517" name="Google Shape;517;p22"/>
          <p:cNvCxnSpPr/>
          <p:nvPr/>
        </p:nvCxnSpPr>
        <p:spPr>
          <a:xfrm>
            <a:off x="5752511" y="2702431"/>
            <a:ext cx="0" cy="6142800"/>
          </a:xfrm>
          <a:prstGeom prst="straightConnector1">
            <a:avLst/>
          </a:prstGeom>
          <a:noFill/>
          <a:ln cap="flat" cmpd="sng" w="38100">
            <a:solidFill>
              <a:srgbClr val="C2C2C2"/>
            </a:solidFill>
            <a:prstDash val="solid"/>
            <a:round/>
            <a:headEnd len="sm" w="sm" type="none"/>
            <a:tailEnd len="sm" w="sm" type="none"/>
          </a:ln>
        </p:spPr>
      </p:cxnSp>
      <p:grpSp>
        <p:nvGrpSpPr>
          <p:cNvPr id="518" name="Google Shape;518;p22"/>
          <p:cNvGrpSpPr/>
          <p:nvPr/>
        </p:nvGrpSpPr>
        <p:grpSpPr>
          <a:xfrm>
            <a:off x="564051" y="2908250"/>
            <a:ext cx="7264322" cy="6094252"/>
            <a:chOff x="0" y="-47625"/>
            <a:chExt cx="780900" cy="1081500"/>
          </a:xfrm>
        </p:grpSpPr>
        <p:sp>
          <p:nvSpPr>
            <p:cNvPr id="519" name="Google Shape;519;p22"/>
            <p:cNvSpPr/>
            <p:nvPr/>
          </p:nvSpPr>
          <p:spPr>
            <a:xfrm>
              <a:off x="0" y="0"/>
              <a:ext cx="780822" cy="1033829"/>
            </a:xfrm>
            <a:custGeom>
              <a:rect b="b" l="l" r="r" t="t"/>
              <a:pathLst>
                <a:path extrusionOk="0" h="1033829" w="780822">
                  <a:moveTo>
                    <a:pt x="0" y="0"/>
                  </a:moveTo>
                  <a:lnTo>
                    <a:pt x="780822" y="0"/>
                  </a:lnTo>
                  <a:lnTo>
                    <a:pt x="780822" y="1033829"/>
                  </a:lnTo>
                  <a:lnTo>
                    <a:pt x="0" y="1033829"/>
                  </a:lnTo>
                  <a:close/>
                </a:path>
              </a:pathLst>
            </a:custGeom>
            <a:solidFill>
              <a:srgbClr val="B62C16"/>
            </a:solidFill>
            <a:ln>
              <a:noFill/>
            </a:ln>
          </p:spPr>
        </p:sp>
        <p:sp>
          <p:nvSpPr>
            <p:cNvPr id="520" name="Google Shape;520;p22"/>
            <p:cNvSpPr txBox="1"/>
            <p:nvPr/>
          </p:nvSpPr>
          <p:spPr>
            <a:xfrm>
              <a:off x="0" y="-47625"/>
              <a:ext cx="780900" cy="10815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21" name="Google Shape;521;p22"/>
          <p:cNvSpPr/>
          <p:nvPr/>
        </p:nvSpPr>
        <p:spPr>
          <a:xfrm rot="5400000">
            <a:off x="16469565" y="8944212"/>
            <a:ext cx="475647" cy="1103822"/>
          </a:xfrm>
          <a:custGeom>
            <a:rect b="b" l="l" r="r" t="t"/>
            <a:pathLst>
              <a:path extrusionOk="0" h="1103822" w="475647">
                <a:moveTo>
                  <a:pt x="0" y="0"/>
                </a:moveTo>
                <a:lnTo>
                  <a:pt x="475647" y="0"/>
                </a:lnTo>
                <a:lnTo>
                  <a:pt x="475647" y="1103823"/>
                </a:lnTo>
                <a:lnTo>
                  <a:pt x="0" y="1103823"/>
                </a:lnTo>
                <a:lnTo>
                  <a:pt x="0" y="0"/>
                </a:lnTo>
                <a:close/>
              </a:path>
            </a:pathLst>
          </a:custGeom>
          <a:blipFill rotWithShape="1">
            <a:blip r:embed="rId3">
              <a:alphaModFix/>
            </a:blip>
            <a:stretch>
              <a:fillRect b="0" l="0" r="0" t="0"/>
            </a:stretch>
          </a:blipFill>
          <a:ln>
            <a:noFill/>
          </a:ln>
        </p:spPr>
      </p:sp>
      <p:sp>
        <p:nvSpPr>
          <p:cNvPr id="522" name="Google Shape;522;p22"/>
          <p:cNvSpPr/>
          <p:nvPr/>
        </p:nvSpPr>
        <p:spPr>
          <a:xfrm rot="-5400000">
            <a:off x="1342788" y="8944212"/>
            <a:ext cx="475647" cy="1103822"/>
          </a:xfrm>
          <a:custGeom>
            <a:rect b="b" l="l" r="r" t="t"/>
            <a:pathLst>
              <a:path extrusionOk="0" h="1103822" w="475647">
                <a:moveTo>
                  <a:pt x="0" y="0"/>
                </a:moveTo>
                <a:lnTo>
                  <a:pt x="475647" y="0"/>
                </a:lnTo>
                <a:lnTo>
                  <a:pt x="475647" y="1103823"/>
                </a:lnTo>
                <a:lnTo>
                  <a:pt x="0" y="1103823"/>
                </a:lnTo>
                <a:lnTo>
                  <a:pt x="0" y="0"/>
                </a:lnTo>
                <a:close/>
              </a:path>
            </a:pathLst>
          </a:custGeom>
          <a:blipFill rotWithShape="1">
            <a:blip r:embed="rId3">
              <a:alphaModFix/>
            </a:blip>
            <a:stretch>
              <a:fillRect b="0" l="0" r="0" t="0"/>
            </a:stretch>
          </a:blipFill>
          <a:ln>
            <a:noFill/>
          </a:ln>
        </p:spPr>
      </p:sp>
      <p:sp>
        <p:nvSpPr>
          <p:cNvPr id="523" name="Google Shape;523;p22"/>
          <p:cNvSpPr txBox="1"/>
          <p:nvPr/>
        </p:nvSpPr>
        <p:spPr>
          <a:xfrm>
            <a:off x="564053" y="1890625"/>
            <a:ext cx="7216800" cy="738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US" sz="4800">
                <a:latin typeface="Archivo Black"/>
                <a:ea typeface="Archivo Black"/>
                <a:cs typeface="Archivo Black"/>
                <a:sym typeface="Archivo Black"/>
              </a:rPr>
              <a:t>SUPPORTABILITY</a:t>
            </a:r>
            <a:endParaRPr sz="4800"/>
          </a:p>
        </p:txBody>
      </p:sp>
      <p:sp>
        <p:nvSpPr>
          <p:cNvPr id="524" name="Google Shape;524;p22"/>
          <p:cNvSpPr txBox="1"/>
          <p:nvPr/>
        </p:nvSpPr>
        <p:spPr>
          <a:xfrm>
            <a:off x="10371702" y="1890713"/>
            <a:ext cx="7216800" cy="738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US" sz="4800">
                <a:latin typeface="Archivo Black"/>
                <a:ea typeface="Archivo Black"/>
                <a:cs typeface="Archivo Black"/>
                <a:sym typeface="Archivo Black"/>
              </a:rPr>
              <a:t>EXTRA</a:t>
            </a:r>
            <a:endParaRPr sz="4800"/>
          </a:p>
        </p:txBody>
      </p:sp>
      <p:grpSp>
        <p:nvGrpSpPr>
          <p:cNvPr id="525" name="Google Shape;525;p22"/>
          <p:cNvGrpSpPr/>
          <p:nvPr/>
        </p:nvGrpSpPr>
        <p:grpSpPr>
          <a:xfrm>
            <a:off x="15201900" y="-180827"/>
            <a:ext cx="3086120" cy="1792896"/>
            <a:chOff x="0" y="-47625"/>
            <a:chExt cx="812800" cy="472200"/>
          </a:xfrm>
        </p:grpSpPr>
        <p:sp>
          <p:nvSpPr>
            <p:cNvPr id="526" name="Google Shape;526;p22"/>
            <p:cNvSpPr/>
            <p:nvPr/>
          </p:nvSpPr>
          <p:spPr>
            <a:xfrm>
              <a:off x="0" y="0"/>
              <a:ext cx="812800" cy="424531"/>
            </a:xfrm>
            <a:custGeom>
              <a:rect b="b" l="l" r="r" t="t"/>
              <a:pathLst>
                <a:path extrusionOk="0" h="424531" w="812800">
                  <a:moveTo>
                    <a:pt x="0" y="0"/>
                  </a:moveTo>
                  <a:lnTo>
                    <a:pt x="812800" y="0"/>
                  </a:lnTo>
                  <a:lnTo>
                    <a:pt x="812800" y="424531"/>
                  </a:lnTo>
                  <a:lnTo>
                    <a:pt x="0" y="424531"/>
                  </a:lnTo>
                  <a:close/>
                </a:path>
              </a:pathLst>
            </a:custGeom>
            <a:solidFill>
              <a:srgbClr val="B62C16"/>
            </a:solidFill>
            <a:ln>
              <a:noFill/>
            </a:ln>
          </p:spPr>
        </p:sp>
        <p:sp>
          <p:nvSpPr>
            <p:cNvPr id="527" name="Google Shape;527;p22"/>
            <p:cNvSpPr txBox="1"/>
            <p:nvPr/>
          </p:nvSpPr>
          <p:spPr>
            <a:xfrm>
              <a:off x="0" y="-47625"/>
              <a:ext cx="812700" cy="4722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28" name="Google Shape;528;p22"/>
          <p:cNvGrpSpPr/>
          <p:nvPr/>
        </p:nvGrpSpPr>
        <p:grpSpPr>
          <a:xfrm>
            <a:off x="10633248" y="2908250"/>
            <a:ext cx="6912761" cy="6094252"/>
            <a:chOff x="0" y="-47625"/>
            <a:chExt cx="780900" cy="1081500"/>
          </a:xfrm>
        </p:grpSpPr>
        <p:sp>
          <p:nvSpPr>
            <p:cNvPr id="529" name="Google Shape;529;p22"/>
            <p:cNvSpPr/>
            <p:nvPr/>
          </p:nvSpPr>
          <p:spPr>
            <a:xfrm>
              <a:off x="0" y="0"/>
              <a:ext cx="780822" cy="1033829"/>
            </a:xfrm>
            <a:custGeom>
              <a:rect b="b" l="l" r="r" t="t"/>
              <a:pathLst>
                <a:path extrusionOk="0" h="1033829" w="780822">
                  <a:moveTo>
                    <a:pt x="0" y="0"/>
                  </a:moveTo>
                  <a:lnTo>
                    <a:pt x="780822" y="0"/>
                  </a:lnTo>
                  <a:lnTo>
                    <a:pt x="780822" y="1033829"/>
                  </a:lnTo>
                  <a:lnTo>
                    <a:pt x="0" y="1033829"/>
                  </a:lnTo>
                  <a:close/>
                </a:path>
              </a:pathLst>
            </a:custGeom>
            <a:solidFill>
              <a:srgbClr val="B62C16"/>
            </a:solidFill>
            <a:ln>
              <a:noFill/>
            </a:ln>
          </p:spPr>
        </p:sp>
        <p:sp>
          <p:nvSpPr>
            <p:cNvPr id="530" name="Google Shape;530;p22"/>
            <p:cNvSpPr txBox="1"/>
            <p:nvPr/>
          </p:nvSpPr>
          <p:spPr>
            <a:xfrm>
              <a:off x="0" y="-47625"/>
              <a:ext cx="780900" cy="10815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31" name="Google Shape;531;p22"/>
          <p:cNvGrpSpPr/>
          <p:nvPr/>
        </p:nvGrpSpPr>
        <p:grpSpPr>
          <a:xfrm>
            <a:off x="10458562" y="3067886"/>
            <a:ext cx="6912058" cy="6094036"/>
            <a:chOff x="0" y="-47625"/>
            <a:chExt cx="780900" cy="1081500"/>
          </a:xfrm>
        </p:grpSpPr>
        <p:sp>
          <p:nvSpPr>
            <p:cNvPr id="532" name="Google Shape;532;p22"/>
            <p:cNvSpPr/>
            <p:nvPr/>
          </p:nvSpPr>
          <p:spPr>
            <a:xfrm>
              <a:off x="0" y="0"/>
              <a:ext cx="780822" cy="1033829"/>
            </a:xfrm>
            <a:custGeom>
              <a:rect b="b" l="l" r="r" t="t"/>
              <a:pathLst>
                <a:path extrusionOk="0" h="1033829" w="780822">
                  <a:moveTo>
                    <a:pt x="0" y="0"/>
                  </a:moveTo>
                  <a:lnTo>
                    <a:pt x="780822" y="0"/>
                  </a:lnTo>
                  <a:lnTo>
                    <a:pt x="780822" y="1033829"/>
                  </a:lnTo>
                  <a:lnTo>
                    <a:pt x="0" y="1033829"/>
                  </a:lnTo>
                  <a:close/>
                </a:path>
              </a:pathLst>
            </a:custGeom>
            <a:solidFill>
              <a:srgbClr val="000000">
                <a:alpha val="0"/>
              </a:srgbClr>
            </a:solidFill>
            <a:ln cap="sq" cmpd="sng" w="47625">
              <a:solidFill>
                <a:srgbClr val="000000"/>
              </a:solidFill>
              <a:prstDash val="solid"/>
              <a:miter lim="8000"/>
              <a:headEnd len="sm" w="sm" type="none"/>
              <a:tailEnd len="sm" w="sm" type="none"/>
            </a:ln>
          </p:spPr>
        </p:sp>
        <p:sp>
          <p:nvSpPr>
            <p:cNvPr id="533" name="Google Shape;533;p22"/>
            <p:cNvSpPr txBox="1"/>
            <p:nvPr/>
          </p:nvSpPr>
          <p:spPr>
            <a:xfrm>
              <a:off x="0" y="-47625"/>
              <a:ext cx="780900" cy="10815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534" name="Google Shape;534;p22"/>
          <p:cNvCxnSpPr/>
          <p:nvPr/>
        </p:nvCxnSpPr>
        <p:spPr>
          <a:xfrm>
            <a:off x="14730633" y="-883373"/>
            <a:ext cx="7776300" cy="0"/>
          </a:xfrm>
          <a:prstGeom prst="straightConnector1">
            <a:avLst/>
          </a:prstGeom>
          <a:noFill/>
          <a:ln cap="flat" cmpd="sng" w="38100">
            <a:solidFill>
              <a:srgbClr val="C2C2C2"/>
            </a:solidFill>
            <a:prstDash val="solid"/>
            <a:round/>
            <a:headEnd len="sm" w="sm" type="none"/>
            <a:tailEnd len="sm" w="sm" type="none"/>
          </a:ln>
        </p:spPr>
      </p:cxnSp>
      <p:cxnSp>
        <p:nvCxnSpPr>
          <p:cNvPr id="535" name="Google Shape;535;p22"/>
          <p:cNvCxnSpPr/>
          <p:nvPr/>
        </p:nvCxnSpPr>
        <p:spPr>
          <a:xfrm>
            <a:off x="14730633" y="-3349186"/>
            <a:ext cx="7776300" cy="0"/>
          </a:xfrm>
          <a:prstGeom prst="straightConnector1">
            <a:avLst/>
          </a:prstGeom>
          <a:noFill/>
          <a:ln cap="flat" cmpd="sng" w="38100">
            <a:solidFill>
              <a:srgbClr val="C2C2C2"/>
            </a:solidFill>
            <a:prstDash val="solid"/>
            <a:round/>
            <a:headEnd len="sm" w="sm" type="none"/>
            <a:tailEnd len="sm" w="sm" type="none"/>
          </a:ln>
        </p:spPr>
      </p:cxnSp>
      <p:cxnSp>
        <p:nvCxnSpPr>
          <p:cNvPr id="536" name="Google Shape;536;p22"/>
          <p:cNvCxnSpPr/>
          <p:nvPr/>
        </p:nvCxnSpPr>
        <p:spPr>
          <a:xfrm>
            <a:off x="22076672" y="-3968541"/>
            <a:ext cx="0" cy="7320300"/>
          </a:xfrm>
          <a:prstGeom prst="straightConnector1">
            <a:avLst/>
          </a:prstGeom>
          <a:noFill/>
          <a:ln cap="flat" cmpd="sng" w="38100">
            <a:solidFill>
              <a:srgbClr val="C2C2C2"/>
            </a:solidFill>
            <a:prstDash val="solid"/>
            <a:round/>
            <a:headEnd len="sm" w="sm" type="none"/>
            <a:tailEnd len="sm" w="sm" type="none"/>
          </a:ln>
        </p:spPr>
      </p:cxnSp>
      <p:cxnSp>
        <p:nvCxnSpPr>
          <p:cNvPr id="537" name="Google Shape;537;p22"/>
          <p:cNvCxnSpPr/>
          <p:nvPr/>
        </p:nvCxnSpPr>
        <p:spPr>
          <a:xfrm>
            <a:off x="14730633" y="-2091199"/>
            <a:ext cx="7776300" cy="0"/>
          </a:xfrm>
          <a:prstGeom prst="straightConnector1">
            <a:avLst/>
          </a:prstGeom>
          <a:noFill/>
          <a:ln cap="flat" cmpd="sng" w="38100">
            <a:solidFill>
              <a:srgbClr val="C2C2C2"/>
            </a:solidFill>
            <a:prstDash val="solid"/>
            <a:round/>
            <a:headEnd len="sm" w="sm" type="none"/>
            <a:tailEnd len="sm" w="sm" type="none"/>
          </a:ln>
        </p:spPr>
      </p:cxnSp>
      <p:grpSp>
        <p:nvGrpSpPr>
          <p:cNvPr id="538" name="Google Shape;538;p22"/>
          <p:cNvGrpSpPr/>
          <p:nvPr/>
        </p:nvGrpSpPr>
        <p:grpSpPr>
          <a:xfrm>
            <a:off x="708575" y="3067900"/>
            <a:ext cx="7264322" cy="6094252"/>
            <a:chOff x="0" y="-47625"/>
            <a:chExt cx="780900" cy="1081500"/>
          </a:xfrm>
        </p:grpSpPr>
        <p:sp>
          <p:nvSpPr>
            <p:cNvPr id="539" name="Google Shape;539;p22"/>
            <p:cNvSpPr/>
            <p:nvPr/>
          </p:nvSpPr>
          <p:spPr>
            <a:xfrm>
              <a:off x="0" y="0"/>
              <a:ext cx="780822" cy="1033829"/>
            </a:xfrm>
            <a:custGeom>
              <a:rect b="b" l="l" r="r" t="t"/>
              <a:pathLst>
                <a:path extrusionOk="0" h="1033829" w="780822">
                  <a:moveTo>
                    <a:pt x="0" y="0"/>
                  </a:moveTo>
                  <a:lnTo>
                    <a:pt x="780822" y="0"/>
                  </a:lnTo>
                  <a:lnTo>
                    <a:pt x="780822" y="1033829"/>
                  </a:lnTo>
                  <a:lnTo>
                    <a:pt x="0" y="1033829"/>
                  </a:lnTo>
                  <a:close/>
                </a:path>
              </a:pathLst>
            </a:custGeom>
            <a:solidFill>
              <a:srgbClr val="000000">
                <a:alpha val="0"/>
              </a:srgbClr>
            </a:solidFill>
            <a:ln cap="sq" cmpd="sng" w="47625">
              <a:solidFill>
                <a:srgbClr val="000000"/>
              </a:solidFill>
              <a:prstDash val="solid"/>
              <a:miter lim="8000"/>
              <a:headEnd len="sm" w="sm" type="none"/>
              <a:tailEnd len="sm" w="sm" type="none"/>
            </a:ln>
          </p:spPr>
        </p:sp>
        <p:sp>
          <p:nvSpPr>
            <p:cNvPr id="540" name="Google Shape;540;p22"/>
            <p:cNvSpPr txBox="1"/>
            <p:nvPr/>
          </p:nvSpPr>
          <p:spPr>
            <a:xfrm>
              <a:off x="0" y="-47625"/>
              <a:ext cx="780900" cy="10815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41" name="Google Shape;541;p22"/>
          <p:cNvSpPr txBox="1"/>
          <p:nvPr/>
        </p:nvSpPr>
        <p:spPr>
          <a:xfrm>
            <a:off x="913812" y="4586800"/>
            <a:ext cx="6680400" cy="4100400"/>
          </a:xfrm>
          <a:prstGeom prst="rect">
            <a:avLst/>
          </a:prstGeom>
          <a:noFill/>
          <a:ln>
            <a:noFill/>
          </a:ln>
        </p:spPr>
        <p:txBody>
          <a:bodyPr anchorCtr="0" anchor="t" bIns="0" lIns="0" spcFirstLastPara="1" rIns="0" wrap="square" tIns="0">
            <a:spAutoFit/>
          </a:bodyPr>
          <a:lstStyle/>
          <a:p>
            <a:pPr indent="-342900" lvl="0" marL="457200" rtl="0" algn="l">
              <a:lnSpc>
                <a:spcPct val="115000"/>
              </a:lnSpc>
              <a:spcBef>
                <a:spcPts val="0"/>
              </a:spcBef>
              <a:spcAft>
                <a:spcPts val="0"/>
              </a:spcAft>
              <a:buClr>
                <a:schemeClr val="lt1"/>
              </a:buClr>
              <a:buSzPts val="1800"/>
              <a:buFont typeface="Open Sans"/>
              <a:buChar char="-"/>
            </a:pPr>
            <a:r>
              <a:rPr b="1" lang="en-US" sz="1800">
                <a:solidFill>
                  <a:schemeClr val="lt1"/>
                </a:solidFill>
                <a:latin typeface="Open Sans"/>
                <a:ea typeface="Open Sans"/>
                <a:cs typeface="Open Sans"/>
                <a:sym typeface="Open Sans"/>
              </a:rPr>
              <a:t>Architettura modulare:</a:t>
            </a:r>
            <a:endParaRPr b="1" sz="1800">
              <a:solidFill>
                <a:schemeClr val="lt1"/>
              </a:solidFill>
              <a:latin typeface="Open Sans"/>
              <a:ea typeface="Open Sans"/>
              <a:cs typeface="Open Sans"/>
              <a:sym typeface="Open Sans"/>
            </a:endParaRPr>
          </a:p>
          <a:p>
            <a:pPr indent="0" lvl="0" marL="457200" rtl="0" algn="l">
              <a:lnSpc>
                <a:spcPct val="115000"/>
              </a:lnSpc>
              <a:spcBef>
                <a:spcPts val="0"/>
              </a:spcBef>
              <a:spcAft>
                <a:spcPts val="0"/>
              </a:spcAft>
              <a:buNone/>
            </a:pPr>
            <a:r>
              <a:rPr lang="en-US" sz="1800">
                <a:solidFill>
                  <a:schemeClr val="lt1"/>
                </a:solidFill>
                <a:latin typeface="Open Sans"/>
                <a:ea typeface="Open Sans"/>
                <a:cs typeface="Open Sans"/>
                <a:sym typeface="Open Sans"/>
              </a:rPr>
              <a:t>Per aggiungere nuove funzionalità in futuro.</a:t>
            </a:r>
            <a:endParaRPr sz="1800">
              <a:solidFill>
                <a:schemeClr val="lt1"/>
              </a:solidFill>
              <a:latin typeface="Open Sans"/>
              <a:ea typeface="Open Sans"/>
              <a:cs typeface="Open Sans"/>
              <a:sym typeface="Open Sans"/>
            </a:endParaRPr>
          </a:p>
          <a:p>
            <a:pPr indent="0" lvl="0" marL="457200" rtl="0" algn="l">
              <a:lnSpc>
                <a:spcPct val="115000"/>
              </a:lnSpc>
              <a:spcBef>
                <a:spcPts val="0"/>
              </a:spcBef>
              <a:spcAft>
                <a:spcPts val="0"/>
              </a:spcAft>
              <a:buNone/>
            </a:pPr>
            <a:r>
              <a:t/>
            </a:r>
            <a:endParaRPr b="1" sz="1800">
              <a:solidFill>
                <a:schemeClr val="lt1"/>
              </a:solidFill>
              <a:latin typeface="Open Sans"/>
              <a:ea typeface="Open Sans"/>
              <a:cs typeface="Open Sans"/>
              <a:sym typeface="Open Sans"/>
            </a:endParaRPr>
          </a:p>
          <a:p>
            <a:pPr indent="0" lvl="0" marL="457200" rtl="0" algn="l">
              <a:lnSpc>
                <a:spcPct val="115000"/>
              </a:lnSpc>
              <a:spcBef>
                <a:spcPts val="0"/>
              </a:spcBef>
              <a:spcAft>
                <a:spcPts val="0"/>
              </a:spcAft>
              <a:buNone/>
            </a:pPr>
            <a:r>
              <a:t/>
            </a:r>
            <a:endParaRPr b="1" sz="1800">
              <a:solidFill>
                <a:schemeClr val="lt1"/>
              </a:solidFill>
              <a:latin typeface="Open Sans"/>
              <a:ea typeface="Open Sans"/>
              <a:cs typeface="Open Sans"/>
              <a:sym typeface="Open Sans"/>
            </a:endParaRPr>
          </a:p>
          <a:p>
            <a:pPr indent="-342900" lvl="0" marL="457200" rtl="0" algn="l">
              <a:lnSpc>
                <a:spcPct val="115000"/>
              </a:lnSpc>
              <a:spcBef>
                <a:spcPts val="0"/>
              </a:spcBef>
              <a:spcAft>
                <a:spcPts val="0"/>
              </a:spcAft>
              <a:buClr>
                <a:schemeClr val="lt1"/>
              </a:buClr>
              <a:buSzPts val="1800"/>
              <a:buFont typeface="Open Sans"/>
              <a:buChar char="-"/>
            </a:pPr>
            <a:r>
              <a:rPr b="1" lang="en-US" sz="1800">
                <a:solidFill>
                  <a:schemeClr val="lt1"/>
                </a:solidFill>
                <a:latin typeface="Open Sans"/>
                <a:ea typeface="Open Sans"/>
                <a:cs typeface="Open Sans"/>
                <a:sym typeface="Open Sans"/>
              </a:rPr>
              <a:t>Compatibilità con strumenti esistenti</a:t>
            </a:r>
            <a:endParaRPr b="1" sz="1800">
              <a:solidFill>
                <a:schemeClr val="lt1"/>
              </a:solidFill>
              <a:latin typeface="Open Sans"/>
              <a:ea typeface="Open Sans"/>
              <a:cs typeface="Open Sans"/>
              <a:sym typeface="Open Sans"/>
            </a:endParaRPr>
          </a:p>
          <a:p>
            <a:pPr indent="0" lvl="0" marL="457200" rtl="0" algn="l">
              <a:lnSpc>
                <a:spcPct val="115000"/>
              </a:lnSpc>
              <a:spcBef>
                <a:spcPts val="0"/>
              </a:spcBef>
              <a:spcAft>
                <a:spcPts val="0"/>
              </a:spcAft>
              <a:buNone/>
            </a:pPr>
            <a:r>
              <a:t/>
            </a:r>
            <a:endParaRPr b="1" sz="1800">
              <a:solidFill>
                <a:schemeClr val="lt1"/>
              </a:solidFill>
              <a:latin typeface="Open Sans"/>
              <a:ea typeface="Open Sans"/>
              <a:cs typeface="Open Sans"/>
              <a:sym typeface="Open Sans"/>
            </a:endParaRPr>
          </a:p>
          <a:p>
            <a:pPr indent="0" lvl="0" marL="457200" rtl="0" algn="l">
              <a:lnSpc>
                <a:spcPct val="115000"/>
              </a:lnSpc>
              <a:spcBef>
                <a:spcPts val="0"/>
              </a:spcBef>
              <a:spcAft>
                <a:spcPts val="0"/>
              </a:spcAft>
              <a:buNone/>
            </a:pPr>
            <a:r>
              <a:t/>
            </a:r>
            <a:endParaRPr b="1" sz="1800">
              <a:solidFill>
                <a:schemeClr val="lt1"/>
              </a:solidFill>
              <a:latin typeface="Open Sans"/>
              <a:ea typeface="Open Sans"/>
              <a:cs typeface="Open Sans"/>
              <a:sym typeface="Open Sans"/>
            </a:endParaRPr>
          </a:p>
          <a:p>
            <a:pPr indent="-342900" lvl="0" marL="457200" rtl="0" algn="l">
              <a:lnSpc>
                <a:spcPct val="115000"/>
              </a:lnSpc>
              <a:spcBef>
                <a:spcPts val="0"/>
              </a:spcBef>
              <a:spcAft>
                <a:spcPts val="0"/>
              </a:spcAft>
              <a:buClr>
                <a:schemeClr val="lt1"/>
              </a:buClr>
              <a:buSzPts val="1800"/>
              <a:buFont typeface="Open Sans"/>
              <a:buChar char="-"/>
            </a:pPr>
            <a:r>
              <a:rPr b="1" lang="en-US" sz="1800">
                <a:solidFill>
                  <a:schemeClr val="lt1"/>
                </a:solidFill>
                <a:latin typeface="Open Sans"/>
                <a:ea typeface="Open Sans"/>
                <a:cs typeface="Open Sans"/>
                <a:sym typeface="Open Sans"/>
              </a:rPr>
              <a:t>Facile aggiornabilità del modello linguistico:</a:t>
            </a:r>
            <a:endParaRPr b="1" sz="1800">
              <a:solidFill>
                <a:schemeClr val="lt1"/>
              </a:solidFill>
              <a:latin typeface="Open Sans"/>
              <a:ea typeface="Open Sans"/>
              <a:cs typeface="Open Sans"/>
              <a:sym typeface="Open Sans"/>
            </a:endParaRPr>
          </a:p>
          <a:p>
            <a:pPr indent="0" lvl="0" marL="457200" rtl="0" algn="l">
              <a:lnSpc>
                <a:spcPct val="115000"/>
              </a:lnSpc>
              <a:spcBef>
                <a:spcPts val="0"/>
              </a:spcBef>
              <a:spcAft>
                <a:spcPts val="0"/>
              </a:spcAft>
              <a:buNone/>
            </a:pPr>
            <a:r>
              <a:rPr lang="en-US" sz="1800">
                <a:solidFill>
                  <a:schemeClr val="lt1"/>
                </a:solidFill>
                <a:latin typeface="Open Sans"/>
                <a:ea typeface="Open Sans"/>
                <a:cs typeface="Open Sans"/>
                <a:sym typeface="Open Sans"/>
              </a:rPr>
              <a:t>Per adattarsi a nuove minacce.</a:t>
            </a:r>
            <a:endParaRPr sz="1800">
              <a:solidFill>
                <a:schemeClr val="lt1"/>
              </a:solidFill>
              <a:latin typeface="Open Sans"/>
              <a:ea typeface="Open Sans"/>
              <a:cs typeface="Open Sans"/>
              <a:sym typeface="Open Sans"/>
            </a:endParaRPr>
          </a:p>
          <a:p>
            <a:pPr indent="0" lvl="0" marL="457200" rtl="0" algn="l">
              <a:lnSpc>
                <a:spcPct val="115000"/>
              </a:lnSpc>
              <a:spcBef>
                <a:spcPts val="0"/>
              </a:spcBef>
              <a:spcAft>
                <a:spcPts val="0"/>
              </a:spcAft>
              <a:buNone/>
            </a:pPr>
            <a:r>
              <a:t/>
            </a:r>
            <a:endParaRPr b="1" sz="1800">
              <a:solidFill>
                <a:srgbClr val="FFFFFF"/>
              </a:solidFill>
              <a:latin typeface="Open Sans"/>
              <a:ea typeface="Open Sans"/>
              <a:cs typeface="Open Sans"/>
              <a:sym typeface="Open Sans"/>
            </a:endParaRPr>
          </a:p>
          <a:p>
            <a:pPr indent="0" lvl="0" marL="457200" rtl="0" algn="l">
              <a:lnSpc>
                <a:spcPct val="115000"/>
              </a:lnSpc>
              <a:spcBef>
                <a:spcPts val="0"/>
              </a:spcBef>
              <a:spcAft>
                <a:spcPts val="0"/>
              </a:spcAft>
              <a:buNone/>
            </a:pPr>
            <a:r>
              <a:t/>
            </a:r>
            <a:endParaRPr b="1" sz="1800">
              <a:solidFill>
                <a:srgbClr val="FFFFFF"/>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b="1" sz="1800">
              <a:solidFill>
                <a:srgbClr val="FFFFFF"/>
              </a:solidFill>
              <a:latin typeface="Open Sans"/>
              <a:ea typeface="Open Sans"/>
              <a:cs typeface="Open Sans"/>
              <a:sym typeface="Open Sans"/>
            </a:endParaRPr>
          </a:p>
          <a:p>
            <a:pPr indent="0" lvl="0" marL="0" marR="0" rtl="0" algn="l">
              <a:lnSpc>
                <a:spcPct val="115000"/>
              </a:lnSpc>
              <a:spcBef>
                <a:spcPts val="0"/>
              </a:spcBef>
              <a:spcAft>
                <a:spcPts val="0"/>
              </a:spcAft>
              <a:buNone/>
            </a:pPr>
            <a:r>
              <a:t/>
            </a:r>
            <a:endParaRPr sz="1800">
              <a:solidFill>
                <a:srgbClr val="FFFFFF"/>
              </a:solidFill>
              <a:latin typeface="Open Sans"/>
              <a:ea typeface="Open Sans"/>
              <a:cs typeface="Open Sans"/>
              <a:sym typeface="Open Sans"/>
            </a:endParaRPr>
          </a:p>
        </p:txBody>
      </p:sp>
      <p:pic>
        <p:nvPicPr>
          <p:cNvPr id="542" name="Google Shape;542;p22"/>
          <p:cNvPicPr preferRelativeResize="0"/>
          <p:nvPr/>
        </p:nvPicPr>
        <p:blipFill>
          <a:blip r:embed="rId4">
            <a:alphaModFix/>
          </a:blip>
          <a:stretch>
            <a:fillRect/>
          </a:stretch>
        </p:blipFill>
        <p:spPr>
          <a:xfrm>
            <a:off x="15901413" y="565130"/>
            <a:ext cx="1687100" cy="531803"/>
          </a:xfrm>
          <a:prstGeom prst="rect">
            <a:avLst/>
          </a:prstGeom>
          <a:noFill/>
          <a:ln>
            <a:noFill/>
          </a:ln>
        </p:spPr>
      </p:pic>
      <p:pic>
        <p:nvPicPr>
          <p:cNvPr id="543" name="Google Shape;543;p22"/>
          <p:cNvPicPr preferRelativeResize="0"/>
          <p:nvPr/>
        </p:nvPicPr>
        <p:blipFill>
          <a:blip r:embed="rId5">
            <a:alphaModFix/>
          </a:blip>
          <a:stretch>
            <a:fillRect/>
          </a:stretch>
        </p:blipFill>
        <p:spPr>
          <a:xfrm>
            <a:off x="1426025" y="-883374"/>
            <a:ext cx="1948877" cy="1792725"/>
          </a:xfrm>
          <a:prstGeom prst="rect">
            <a:avLst/>
          </a:prstGeom>
          <a:noFill/>
          <a:ln>
            <a:noFill/>
          </a:ln>
        </p:spPr>
      </p:pic>
      <p:pic>
        <p:nvPicPr>
          <p:cNvPr id="544" name="Google Shape;544;p22"/>
          <p:cNvPicPr preferRelativeResize="0"/>
          <p:nvPr/>
        </p:nvPicPr>
        <p:blipFill>
          <a:blip r:embed="rId6">
            <a:alphaModFix/>
          </a:blip>
          <a:stretch>
            <a:fillRect/>
          </a:stretch>
        </p:blipFill>
        <p:spPr>
          <a:xfrm>
            <a:off x="8822183" y="7513734"/>
            <a:ext cx="787100" cy="1488778"/>
          </a:xfrm>
          <a:prstGeom prst="rect">
            <a:avLst/>
          </a:prstGeom>
          <a:noFill/>
          <a:ln>
            <a:noFill/>
          </a:ln>
        </p:spPr>
      </p:pic>
      <p:sp>
        <p:nvSpPr>
          <p:cNvPr id="545" name="Google Shape;545;p22"/>
          <p:cNvSpPr txBox="1"/>
          <p:nvPr/>
        </p:nvSpPr>
        <p:spPr>
          <a:xfrm>
            <a:off x="6113950" y="555625"/>
            <a:ext cx="6202800" cy="1262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7000">
                <a:solidFill>
                  <a:schemeClr val="dk1"/>
                </a:solidFill>
                <a:latin typeface="Archivo Black"/>
                <a:ea typeface="Archivo Black"/>
                <a:cs typeface="Archivo Black"/>
                <a:sym typeface="Archivo Black"/>
              </a:rPr>
              <a:t>FURP</a:t>
            </a:r>
            <a:r>
              <a:rPr lang="en-US" sz="7000">
                <a:solidFill>
                  <a:schemeClr val="dk2"/>
                </a:solidFill>
                <a:latin typeface="Archivo Black"/>
                <a:ea typeface="Archivo Black"/>
                <a:cs typeface="Archivo Black"/>
                <a:sym typeface="Archivo Black"/>
              </a:rPr>
              <a:t>S+</a:t>
            </a:r>
            <a:endParaRPr>
              <a:solidFill>
                <a:schemeClr val="dk2"/>
              </a:solidFill>
            </a:endParaRPr>
          </a:p>
        </p:txBody>
      </p:sp>
      <p:sp>
        <p:nvSpPr>
          <p:cNvPr id="546" name="Google Shape;546;p22"/>
          <p:cNvSpPr txBox="1"/>
          <p:nvPr/>
        </p:nvSpPr>
        <p:spPr>
          <a:xfrm>
            <a:off x="10574388" y="5565450"/>
            <a:ext cx="6680400" cy="109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800">
              <a:solidFill>
                <a:schemeClr val="lt1"/>
              </a:solidFill>
              <a:latin typeface="Open Sans"/>
              <a:ea typeface="Open Sans"/>
              <a:cs typeface="Open Sans"/>
              <a:sym typeface="Open Sans"/>
            </a:endParaRPr>
          </a:p>
          <a:p>
            <a:pPr indent="-342900" lvl="0" marL="457200" rtl="0" algn="l">
              <a:lnSpc>
                <a:spcPct val="115000"/>
              </a:lnSpc>
              <a:spcBef>
                <a:spcPts val="0"/>
              </a:spcBef>
              <a:spcAft>
                <a:spcPts val="0"/>
              </a:spcAft>
              <a:buClr>
                <a:schemeClr val="lt1"/>
              </a:buClr>
              <a:buSzPts val="1800"/>
              <a:buFont typeface="Open Sans"/>
              <a:buChar char="-"/>
            </a:pPr>
            <a:r>
              <a:rPr b="1" lang="en-US" sz="1800">
                <a:solidFill>
                  <a:schemeClr val="lt1"/>
                </a:solidFill>
                <a:latin typeface="Open Sans"/>
                <a:ea typeface="Open Sans"/>
                <a:cs typeface="Open Sans"/>
                <a:sym typeface="Open Sans"/>
              </a:rPr>
              <a:t>Physical requirements:</a:t>
            </a:r>
            <a:r>
              <a:rPr lang="en-US" sz="1800">
                <a:solidFill>
                  <a:schemeClr val="lt1"/>
                </a:solidFill>
                <a:latin typeface="Open Sans"/>
                <a:ea typeface="Open Sans"/>
                <a:cs typeface="Open Sans"/>
                <a:sym typeface="Open Sans"/>
              </a:rPr>
              <a:t> Hardware performante.</a:t>
            </a:r>
            <a:endParaRPr sz="1800">
              <a:solidFill>
                <a:schemeClr val="lt1"/>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1800">
              <a:solidFill>
                <a:schemeClr val="lt1"/>
              </a:solidFill>
              <a:latin typeface="Open Sans"/>
              <a:ea typeface="Open Sans"/>
              <a:cs typeface="Open Sans"/>
              <a:sym typeface="Open Sans"/>
            </a:endParaRPr>
          </a:p>
        </p:txBody>
      </p:sp>
      <p:cxnSp>
        <p:nvCxnSpPr>
          <p:cNvPr id="547" name="Google Shape;547;p22"/>
          <p:cNvCxnSpPr>
            <a:stCxn id="523" idx="0"/>
            <a:endCxn id="545" idx="2"/>
          </p:cNvCxnSpPr>
          <p:nvPr/>
        </p:nvCxnSpPr>
        <p:spPr>
          <a:xfrm rot="-5400000">
            <a:off x="6657503" y="-667325"/>
            <a:ext cx="72900" cy="5043000"/>
          </a:xfrm>
          <a:prstGeom prst="bentConnector3">
            <a:avLst>
              <a:gd fmla="val 50000" name="adj1"/>
            </a:avLst>
          </a:prstGeom>
          <a:noFill/>
          <a:ln cap="flat" cmpd="sng" w="9525">
            <a:solidFill>
              <a:schemeClr val="dk2"/>
            </a:solidFill>
            <a:prstDash val="solid"/>
            <a:round/>
            <a:headEnd len="med" w="med" type="none"/>
            <a:tailEnd len="med" w="med" type="none"/>
          </a:ln>
        </p:spPr>
      </p:cxnSp>
      <p:cxnSp>
        <p:nvCxnSpPr>
          <p:cNvPr id="548" name="Google Shape;548;p22"/>
          <p:cNvCxnSpPr>
            <a:stCxn id="545" idx="2"/>
            <a:endCxn id="524" idx="0"/>
          </p:cNvCxnSpPr>
          <p:nvPr/>
        </p:nvCxnSpPr>
        <p:spPr>
          <a:xfrm flipH="1" rot="-5400000">
            <a:off x="11561350" y="-528275"/>
            <a:ext cx="72900" cy="4764900"/>
          </a:xfrm>
          <a:prstGeom prst="bentConnector3">
            <a:avLst>
              <a:gd fmla="val 50060" name="adj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23"/>
          <p:cNvSpPr/>
          <p:nvPr/>
        </p:nvSpPr>
        <p:spPr>
          <a:xfrm rot="5400000">
            <a:off x="16469565" y="8944212"/>
            <a:ext cx="475647" cy="1103822"/>
          </a:xfrm>
          <a:custGeom>
            <a:rect b="b" l="l" r="r" t="t"/>
            <a:pathLst>
              <a:path extrusionOk="0" h="1103822" w="475647">
                <a:moveTo>
                  <a:pt x="0" y="0"/>
                </a:moveTo>
                <a:lnTo>
                  <a:pt x="475647" y="0"/>
                </a:lnTo>
                <a:lnTo>
                  <a:pt x="475647" y="1103823"/>
                </a:lnTo>
                <a:lnTo>
                  <a:pt x="0" y="1103823"/>
                </a:lnTo>
                <a:lnTo>
                  <a:pt x="0" y="0"/>
                </a:lnTo>
                <a:close/>
              </a:path>
            </a:pathLst>
          </a:custGeom>
          <a:blipFill rotWithShape="1">
            <a:blip r:embed="rId3">
              <a:alphaModFix/>
            </a:blip>
            <a:stretch>
              <a:fillRect b="0" l="0" r="0" t="0"/>
            </a:stretch>
          </a:blipFill>
          <a:ln>
            <a:noFill/>
          </a:ln>
        </p:spPr>
      </p:sp>
      <p:sp>
        <p:nvSpPr>
          <p:cNvPr id="554" name="Google Shape;554;p23"/>
          <p:cNvSpPr/>
          <p:nvPr/>
        </p:nvSpPr>
        <p:spPr>
          <a:xfrm rot="-5400000">
            <a:off x="1342788" y="8944212"/>
            <a:ext cx="475647" cy="1103822"/>
          </a:xfrm>
          <a:custGeom>
            <a:rect b="b" l="l" r="r" t="t"/>
            <a:pathLst>
              <a:path extrusionOk="0" h="1103822" w="475647">
                <a:moveTo>
                  <a:pt x="0" y="0"/>
                </a:moveTo>
                <a:lnTo>
                  <a:pt x="475647" y="0"/>
                </a:lnTo>
                <a:lnTo>
                  <a:pt x="475647" y="1103823"/>
                </a:lnTo>
                <a:lnTo>
                  <a:pt x="0" y="1103823"/>
                </a:lnTo>
                <a:lnTo>
                  <a:pt x="0" y="0"/>
                </a:lnTo>
                <a:close/>
              </a:path>
            </a:pathLst>
          </a:custGeom>
          <a:blipFill rotWithShape="1">
            <a:blip r:embed="rId3">
              <a:alphaModFix/>
            </a:blip>
            <a:stretch>
              <a:fillRect b="0" l="0" r="0" t="0"/>
            </a:stretch>
          </a:blipFill>
          <a:ln>
            <a:noFill/>
          </a:ln>
        </p:spPr>
      </p:sp>
      <p:cxnSp>
        <p:nvCxnSpPr>
          <p:cNvPr id="555" name="Google Shape;555;p23"/>
          <p:cNvCxnSpPr/>
          <p:nvPr/>
        </p:nvCxnSpPr>
        <p:spPr>
          <a:xfrm>
            <a:off x="11254989" y="5168632"/>
            <a:ext cx="7291800" cy="0"/>
          </a:xfrm>
          <a:prstGeom prst="straightConnector1">
            <a:avLst/>
          </a:prstGeom>
          <a:noFill/>
          <a:ln cap="flat" cmpd="sng" w="38100">
            <a:solidFill>
              <a:srgbClr val="C2C2C2"/>
            </a:solidFill>
            <a:prstDash val="solid"/>
            <a:round/>
            <a:headEnd len="sm" w="sm" type="none"/>
            <a:tailEnd len="sm" w="sm" type="none"/>
          </a:ln>
        </p:spPr>
      </p:cxnSp>
      <p:cxnSp>
        <p:nvCxnSpPr>
          <p:cNvPr id="556" name="Google Shape;556;p23"/>
          <p:cNvCxnSpPr/>
          <p:nvPr/>
        </p:nvCxnSpPr>
        <p:spPr>
          <a:xfrm>
            <a:off x="15852981" y="2275754"/>
            <a:ext cx="0" cy="6885600"/>
          </a:xfrm>
          <a:prstGeom prst="straightConnector1">
            <a:avLst/>
          </a:prstGeom>
          <a:noFill/>
          <a:ln cap="flat" cmpd="sng" w="38100">
            <a:solidFill>
              <a:srgbClr val="C2C2C2"/>
            </a:solidFill>
            <a:prstDash val="solid"/>
            <a:round/>
            <a:headEnd len="sm" w="sm" type="none"/>
            <a:tailEnd len="sm" w="sm" type="none"/>
          </a:ln>
        </p:spPr>
      </p:cxnSp>
      <p:cxnSp>
        <p:nvCxnSpPr>
          <p:cNvPr id="557" name="Google Shape;557;p23"/>
          <p:cNvCxnSpPr/>
          <p:nvPr/>
        </p:nvCxnSpPr>
        <p:spPr>
          <a:xfrm>
            <a:off x="11254989" y="6348213"/>
            <a:ext cx="7291800" cy="0"/>
          </a:xfrm>
          <a:prstGeom prst="straightConnector1">
            <a:avLst/>
          </a:prstGeom>
          <a:noFill/>
          <a:ln cap="flat" cmpd="sng" w="38100">
            <a:solidFill>
              <a:srgbClr val="C2C2C2"/>
            </a:solidFill>
            <a:prstDash val="solid"/>
            <a:round/>
            <a:headEnd len="sm" w="sm" type="none"/>
            <a:tailEnd len="sm" w="sm" type="none"/>
          </a:ln>
        </p:spPr>
      </p:cxnSp>
      <p:cxnSp>
        <p:nvCxnSpPr>
          <p:cNvPr id="558" name="Google Shape;558;p23"/>
          <p:cNvCxnSpPr/>
          <p:nvPr/>
        </p:nvCxnSpPr>
        <p:spPr>
          <a:xfrm>
            <a:off x="14572884" y="2275754"/>
            <a:ext cx="0" cy="6885600"/>
          </a:xfrm>
          <a:prstGeom prst="straightConnector1">
            <a:avLst/>
          </a:prstGeom>
          <a:noFill/>
          <a:ln cap="flat" cmpd="sng" w="38100">
            <a:solidFill>
              <a:srgbClr val="C2C2C2"/>
            </a:solidFill>
            <a:prstDash val="solid"/>
            <a:round/>
            <a:headEnd len="sm" w="sm" type="none"/>
            <a:tailEnd len="sm" w="sm" type="none"/>
          </a:ln>
        </p:spPr>
      </p:cxnSp>
      <p:cxnSp>
        <p:nvCxnSpPr>
          <p:cNvPr id="559" name="Google Shape;559;p23"/>
          <p:cNvCxnSpPr/>
          <p:nvPr/>
        </p:nvCxnSpPr>
        <p:spPr>
          <a:xfrm>
            <a:off x="11254989" y="7527793"/>
            <a:ext cx="7291800" cy="0"/>
          </a:xfrm>
          <a:prstGeom prst="straightConnector1">
            <a:avLst/>
          </a:prstGeom>
          <a:noFill/>
          <a:ln cap="flat" cmpd="sng" w="38100">
            <a:solidFill>
              <a:srgbClr val="C2C2C2"/>
            </a:solidFill>
            <a:prstDash val="solid"/>
            <a:round/>
            <a:headEnd len="sm" w="sm" type="none"/>
            <a:tailEnd len="sm" w="sm" type="none"/>
          </a:ln>
        </p:spPr>
      </p:cxnSp>
      <p:cxnSp>
        <p:nvCxnSpPr>
          <p:cNvPr id="560" name="Google Shape;560;p23"/>
          <p:cNvCxnSpPr/>
          <p:nvPr/>
        </p:nvCxnSpPr>
        <p:spPr>
          <a:xfrm>
            <a:off x="13292787" y="2275754"/>
            <a:ext cx="0" cy="6885600"/>
          </a:xfrm>
          <a:prstGeom prst="straightConnector1">
            <a:avLst/>
          </a:prstGeom>
          <a:noFill/>
          <a:ln cap="flat" cmpd="sng" w="38100">
            <a:solidFill>
              <a:srgbClr val="C2C2C2"/>
            </a:solidFill>
            <a:prstDash val="solid"/>
            <a:round/>
            <a:headEnd len="sm" w="sm" type="none"/>
            <a:tailEnd len="sm" w="sm" type="none"/>
          </a:ln>
        </p:spPr>
      </p:cxnSp>
      <p:cxnSp>
        <p:nvCxnSpPr>
          <p:cNvPr id="561" name="Google Shape;561;p23"/>
          <p:cNvCxnSpPr/>
          <p:nvPr/>
        </p:nvCxnSpPr>
        <p:spPr>
          <a:xfrm>
            <a:off x="12012690" y="2275754"/>
            <a:ext cx="0" cy="6885600"/>
          </a:xfrm>
          <a:prstGeom prst="straightConnector1">
            <a:avLst/>
          </a:prstGeom>
          <a:noFill/>
          <a:ln cap="flat" cmpd="sng" w="38100">
            <a:solidFill>
              <a:srgbClr val="C2C2C2"/>
            </a:solidFill>
            <a:prstDash val="solid"/>
            <a:round/>
            <a:headEnd len="sm" w="sm" type="none"/>
            <a:tailEnd len="sm" w="sm" type="none"/>
          </a:ln>
        </p:spPr>
      </p:cxnSp>
      <p:cxnSp>
        <p:nvCxnSpPr>
          <p:cNvPr id="562" name="Google Shape;562;p23"/>
          <p:cNvCxnSpPr/>
          <p:nvPr/>
        </p:nvCxnSpPr>
        <p:spPr>
          <a:xfrm>
            <a:off x="11254989" y="2856506"/>
            <a:ext cx="7291800" cy="0"/>
          </a:xfrm>
          <a:prstGeom prst="straightConnector1">
            <a:avLst/>
          </a:prstGeom>
          <a:noFill/>
          <a:ln cap="flat" cmpd="sng" w="38100">
            <a:solidFill>
              <a:srgbClr val="C2C2C2"/>
            </a:solidFill>
            <a:prstDash val="solid"/>
            <a:round/>
            <a:headEnd len="sm" w="sm" type="none"/>
            <a:tailEnd len="sm" w="sm" type="none"/>
          </a:ln>
        </p:spPr>
      </p:cxnSp>
      <p:cxnSp>
        <p:nvCxnSpPr>
          <p:cNvPr id="563" name="Google Shape;563;p23"/>
          <p:cNvCxnSpPr/>
          <p:nvPr/>
        </p:nvCxnSpPr>
        <p:spPr>
          <a:xfrm>
            <a:off x="17827237" y="2275754"/>
            <a:ext cx="0" cy="6550800"/>
          </a:xfrm>
          <a:prstGeom prst="straightConnector1">
            <a:avLst/>
          </a:prstGeom>
          <a:noFill/>
          <a:ln cap="flat" cmpd="sng" w="38100">
            <a:solidFill>
              <a:srgbClr val="C2C2C2"/>
            </a:solidFill>
            <a:prstDash val="solid"/>
            <a:round/>
            <a:headEnd len="sm" w="sm" type="none"/>
            <a:tailEnd len="sm" w="sm" type="none"/>
          </a:ln>
        </p:spPr>
      </p:cxnSp>
      <p:cxnSp>
        <p:nvCxnSpPr>
          <p:cNvPr id="564" name="Google Shape;564;p23"/>
          <p:cNvCxnSpPr/>
          <p:nvPr/>
        </p:nvCxnSpPr>
        <p:spPr>
          <a:xfrm>
            <a:off x="11254989" y="4036086"/>
            <a:ext cx="7291800" cy="0"/>
          </a:xfrm>
          <a:prstGeom prst="straightConnector1">
            <a:avLst/>
          </a:prstGeom>
          <a:noFill/>
          <a:ln cap="flat" cmpd="sng" w="38100">
            <a:solidFill>
              <a:srgbClr val="C2C2C2"/>
            </a:solidFill>
            <a:prstDash val="solid"/>
            <a:round/>
            <a:headEnd len="sm" w="sm" type="none"/>
            <a:tailEnd len="sm" w="sm" type="none"/>
          </a:ln>
        </p:spPr>
      </p:cxnSp>
      <p:cxnSp>
        <p:nvCxnSpPr>
          <p:cNvPr id="565" name="Google Shape;565;p23"/>
          <p:cNvCxnSpPr/>
          <p:nvPr/>
        </p:nvCxnSpPr>
        <p:spPr>
          <a:xfrm>
            <a:off x="16867983" y="2275754"/>
            <a:ext cx="0" cy="6550800"/>
          </a:xfrm>
          <a:prstGeom prst="straightConnector1">
            <a:avLst/>
          </a:prstGeom>
          <a:noFill/>
          <a:ln cap="flat" cmpd="sng" w="38100">
            <a:solidFill>
              <a:srgbClr val="C2C2C2"/>
            </a:solidFill>
            <a:prstDash val="solid"/>
            <a:round/>
            <a:headEnd len="sm" w="sm" type="none"/>
            <a:tailEnd len="sm" w="sm" type="none"/>
          </a:ln>
        </p:spPr>
      </p:cxnSp>
      <p:sp>
        <p:nvSpPr>
          <p:cNvPr id="566" name="Google Shape;566;p23"/>
          <p:cNvSpPr/>
          <p:nvPr/>
        </p:nvSpPr>
        <p:spPr>
          <a:xfrm rot="5400000">
            <a:off x="16469565" y="863609"/>
            <a:ext cx="475647" cy="1103822"/>
          </a:xfrm>
          <a:custGeom>
            <a:rect b="b" l="l" r="r" t="t"/>
            <a:pathLst>
              <a:path extrusionOk="0" h="1103822" w="475647">
                <a:moveTo>
                  <a:pt x="0" y="0"/>
                </a:moveTo>
                <a:lnTo>
                  <a:pt x="475647" y="0"/>
                </a:lnTo>
                <a:lnTo>
                  <a:pt x="475647" y="1103822"/>
                </a:lnTo>
                <a:lnTo>
                  <a:pt x="0" y="1103822"/>
                </a:lnTo>
                <a:lnTo>
                  <a:pt x="0" y="0"/>
                </a:lnTo>
                <a:close/>
              </a:path>
            </a:pathLst>
          </a:custGeom>
          <a:blipFill rotWithShape="1">
            <a:blip r:embed="rId3">
              <a:alphaModFix/>
            </a:blip>
            <a:stretch>
              <a:fillRect b="0" l="0" r="0" t="0"/>
            </a:stretch>
          </a:blipFill>
          <a:ln>
            <a:noFill/>
          </a:ln>
        </p:spPr>
      </p:sp>
      <p:pic>
        <p:nvPicPr>
          <p:cNvPr id="567" name="Google Shape;567;p23"/>
          <p:cNvPicPr preferRelativeResize="0"/>
          <p:nvPr/>
        </p:nvPicPr>
        <p:blipFill>
          <a:blip r:embed="rId4">
            <a:alphaModFix/>
          </a:blip>
          <a:stretch>
            <a:fillRect/>
          </a:stretch>
        </p:blipFill>
        <p:spPr>
          <a:xfrm>
            <a:off x="1304025" y="-842180"/>
            <a:ext cx="1614950" cy="1492604"/>
          </a:xfrm>
          <a:prstGeom prst="rect">
            <a:avLst/>
          </a:prstGeom>
          <a:noFill/>
          <a:ln>
            <a:noFill/>
          </a:ln>
        </p:spPr>
      </p:pic>
      <p:pic>
        <p:nvPicPr>
          <p:cNvPr id="568" name="Google Shape;568;p23"/>
          <p:cNvPicPr preferRelativeResize="0"/>
          <p:nvPr/>
        </p:nvPicPr>
        <p:blipFill>
          <a:blip r:embed="rId5">
            <a:alphaModFix/>
          </a:blip>
          <a:stretch>
            <a:fillRect/>
          </a:stretch>
        </p:blipFill>
        <p:spPr>
          <a:xfrm>
            <a:off x="11283088" y="-49291"/>
            <a:ext cx="7235541" cy="452200"/>
          </a:xfrm>
          <a:prstGeom prst="rect">
            <a:avLst/>
          </a:prstGeom>
          <a:noFill/>
          <a:ln>
            <a:noFill/>
          </a:ln>
        </p:spPr>
      </p:pic>
      <p:pic>
        <p:nvPicPr>
          <p:cNvPr id="569" name="Google Shape;569;p23"/>
          <p:cNvPicPr preferRelativeResize="0"/>
          <p:nvPr/>
        </p:nvPicPr>
        <p:blipFill>
          <a:blip r:embed="rId6">
            <a:alphaModFix/>
          </a:blip>
          <a:stretch>
            <a:fillRect/>
          </a:stretch>
        </p:blipFill>
        <p:spPr>
          <a:xfrm>
            <a:off x="17882984" y="7527834"/>
            <a:ext cx="787100" cy="1488778"/>
          </a:xfrm>
          <a:prstGeom prst="rect">
            <a:avLst/>
          </a:prstGeom>
          <a:noFill/>
          <a:ln>
            <a:noFill/>
          </a:ln>
        </p:spPr>
      </p:pic>
      <p:pic>
        <p:nvPicPr>
          <p:cNvPr id="570" name="Google Shape;570;p23"/>
          <p:cNvPicPr preferRelativeResize="0"/>
          <p:nvPr/>
        </p:nvPicPr>
        <p:blipFill>
          <a:blip r:embed="rId7">
            <a:alphaModFix/>
          </a:blip>
          <a:stretch>
            <a:fillRect/>
          </a:stretch>
        </p:blipFill>
        <p:spPr>
          <a:xfrm>
            <a:off x="7136800" y="1289755"/>
            <a:ext cx="1687100" cy="531803"/>
          </a:xfrm>
          <a:prstGeom prst="rect">
            <a:avLst/>
          </a:prstGeom>
          <a:noFill/>
          <a:ln>
            <a:noFill/>
          </a:ln>
        </p:spPr>
      </p:pic>
      <p:sp>
        <p:nvSpPr>
          <p:cNvPr id="571" name="Google Shape;571;p23"/>
          <p:cNvSpPr/>
          <p:nvPr/>
        </p:nvSpPr>
        <p:spPr>
          <a:xfrm rot="5400000">
            <a:off x="16744890" y="863609"/>
            <a:ext cx="475647" cy="1103822"/>
          </a:xfrm>
          <a:custGeom>
            <a:rect b="b" l="l" r="r" t="t"/>
            <a:pathLst>
              <a:path extrusionOk="0" h="1103822" w="475647">
                <a:moveTo>
                  <a:pt x="0" y="0"/>
                </a:moveTo>
                <a:lnTo>
                  <a:pt x="475647" y="0"/>
                </a:lnTo>
                <a:lnTo>
                  <a:pt x="475647" y="1103822"/>
                </a:lnTo>
                <a:lnTo>
                  <a:pt x="0" y="1103822"/>
                </a:lnTo>
                <a:lnTo>
                  <a:pt x="0" y="0"/>
                </a:lnTo>
                <a:close/>
              </a:path>
            </a:pathLst>
          </a:custGeom>
          <a:blipFill rotWithShape="1">
            <a:blip r:embed="rId3">
              <a:alphaModFix/>
            </a:blip>
            <a:stretch>
              <a:fillRect b="0" l="0" r="0" t="0"/>
            </a:stretch>
          </a:blipFill>
          <a:ln>
            <a:noFill/>
          </a:ln>
        </p:spPr>
      </p:sp>
      <p:grpSp>
        <p:nvGrpSpPr>
          <p:cNvPr id="572" name="Google Shape;572;p23"/>
          <p:cNvGrpSpPr/>
          <p:nvPr/>
        </p:nvGrpSpPr>
        <p:grpSpPr>
          <a:xfrm>
            <a:off x="9937375" y="3295102"/>
            <a:ext cx="8350626" cy="3890881"/>
            <a:chOff x="0" y="-47625"/>
            <a:chExt cx="812800" cy="472200"/>
          </a:xfrm>
        </p:grpSpPr>
        <p:sp>
          <p:nvSpPr>
            <p:cNvPr id="573" name="Google Shape;573;p23"/>
            <p:cNvSpPr/>
            <p:nvPr/>
          </p:nvSpPr>
          <p:spPr>
            <a:xfrm>
              <a:off x="0" y="0"/>
              <a:ext cx="812800" cy="424531"/>
            </a:xfrm>
            <a:custGeom>
              <a:rect b="b" l="l" r="r" t="t"/>
              <a:pathLst>
                <a:path extrusionOk="0" h="424531" w="812800">
                  <a:moveTo>
                    <a:pt x="0" y="0"/>
                  </a:moveTo>
                  <a:lnTo>
                    <a:pt x="812800" y="0"/>
                  </a:lnTo>
                  <a:lnTo>
                    <a:pt x="812800" y="424531"/>
                  </a:lnTo>
                  <a:lnTo>
                    <a:pt x="0" y="424531"/>
                  </a:lnTo>
                  <a:close/>
                </a:path>
              </a:pathLst>
            </a:custGeom>
            <a:solidFill>
              <a:srgbClr val="B62C16"/>
            </a:solidFill>
            <a:ln>
              <a:noFill/>
            </a:ln>
          </p:spPr>
        </p:sp>
        <p:sp>
          <p:nvSpPr>
            <p:cNvPr id="574" name="Google Shape;574;p23"/>
            <p:cNvSpPr txBox="1"/>
            <p:nvPr/>
          </p:nvSpPr>
          <p:spPr>
            <a:xfrm>
              <a:off x="0" y="-47625"/>
              <a:ext cx="812700" cy="4722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75" name="Google Shape;575;p23"/>
          <p:cNvGrpSpPr/>
          <p:nvPr/>
        </p:nvGrpSpPr>
        <p:grpSpPr>
          <a:xfrm>
            <a:off x="780800" y="2692802"/>
            <a:ext cx="11429596" cy="6046184"/>
            <a:chOff x="0" y="-47625"/>
            <a:chExt cx="2486100" cy="1592400"/>
          </a:xfrm>
        </p:grpSpPr>
        <p:sp>
          <p:nvSpPr>
            <p:cNvPr id="576" name="Google Shape;576;p23"/>
            <p:cNvSpPr/>
            <p:nvPr/>
          </p:nvSpPr>
          <p:spPr>
            <a:xfrm>
              <a:off x="0" y="0"/>
              <a:ext cx="2485973" cy="1544725"/>
            </a:xfrm>
            <a:custGeom>
              <a:rect b="b" l="l" r="r" t="t"/>
              <a:pathLst>
                <a:path extrusionOk="0" h="1544725" w="2485973">
                  <a:moveTo>
                    <a:pt x="0" y="0"/>
                  </a:moveTo>
                  <a:lnTo>
                    <a:pt x="2485973" y="0"/>
                  </a:lnTo>
                  <a:lnTo>
                    <a:pt x="2485973" y="1544725"/>
                  </a:lnTo>
                  <a:lnTo>
                    <a:pt x="0" y="1544725"/>
                  </a:lnTo>
                  <a:close/>
                </a:path>
              </a:pathLst>
            </a:custGeom>
            <a:solidFill>
              <a:srgbClr val="EAEAEA"/>
            </a:solidFill>
            <a:ln>
              <a:noFill/>
            </a:ln>
          </p:spPr>
        </p:sp>
        <p:sp>
          <p:nvSpPr>
            <p:cNvPr id="577" name="Google Shape;577;p23"/>
            <p:cNvSpPr txBox="1"/>
            <p:nvPr/>
          </p:nvSpPr>
          <p:spPr>
            <a:xfrm>
              <a:off x="0" y="-47625"/>
              <a:ext cx="2486100" cy="1592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78" name="Google Shape;578;p23"/>
          <p:cNvGrpSpPr/>
          <p:nvPr/>
        </p:nvGrpSpPr>
        <p:grpSpPr>
          <a:xfrm>
            <a:off x="780800" y="913925"/>
            <a:ext cx="11429596" cy="2674950"/>
            <a:chOff x="0" y="-47625"/>
            <a:chExt cx="2486100" cy="704509"/>
          </a:xfrm>
        </p:grpSpPr>
        <p:sp>
          <p:nvSpPr>
            <p:cNvPr id="579" name="Google Shape;579;p23"/>
            <p:cNvSpPr/>
            <p:nvPr/>
          </p:nvSpPr>
          <p:spPr>
            <a:xfrm>
              <a:off x="0" y="0"/>
              <a:ext cx="2485973" cy="656884"/>
            </a:xfrm>
            <a:custGeom>
              <a:rect b="b" l="l" r="r" t="t"/>
              <a:pathLst>
                <a:path extrusionOk="0" h="656884" w="2485973">
                  <a:moveTo>
                    <a:pt x="0" y="0"/>
                  </a:moveTo>
                  <a:lnTo>
                    <a:pt x="2485973" y="0"/>
                  </a:lnTo>
                  <a:lnTo>
                    <a:pt x="2485973" y="656884"/>
                  </a:lnTo>
                  <a:lnTo>
                    <a:pt x="0" y="656884"/>
                  </a:lnTo>
                  <a:close/>
                </a:path>
              </a:pathLst>
            </a:custGeom>
            <a:solidFill>
              <a:srgbClr val="B62C16"/>
            </a:solidFill>
            <a:ln>
              <a:noFill/>
            </a:ln>
          </p:spPr>
        </p:sp>
        <p:sp>
          <p:nvSpPr>
            <p:cNvPr id="580" name="Google Shape;580;p23"/>
            <p:cNvSpPr txBox="1"/>
            <p:nvPr/>
          </p:nvSpPr>
          <p:spPr>
            <a:xfrm>
              <a:off x="0" y="-47625"/>
              <a:ext cx="2486100" cy="704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81" name="Google Shape;581;p23"/>
          <p:cNvSpPr txBox="1"/>
          <p:nvPr/>
        </p:nvSpPr>
        <p:spPr>
          <a:xfrm>
            <a:off x="973562" y="2217509"/>
            <a:ext cx="9438900" cy="1077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7000">
                <a:solidFill>
                  <a:srgbClr val="FFFFFF"/>
                </a:solidFill>
                <a:latin typeface="Archivo Black"/>
                <a:ea typeface="Archivo Black"/>
                <a:cs typeface="Archivo Black"/>
                <a:sym typeface="Archivo Black"/>
              </a:rPr>
              <a:t>Prototipo</a:t>
            </a:r>
            <a:endParaRPr/>
          </a:p>
        </p:txBody>
      </p:sp>
      <p:sp>
        <p:nvSpPr>
          <p:cNvPr id="582" name="Google Shape;582;p23"/>
          <p:cNvSpPr txBox="1"/>
          <p:nvPr/>
        </p:nvSpPr>
        <p:spPr>
          <a:xfrm>
            <a:off x="973562" y="3691052"/>
            <a:ext cx="9438900" cy="4396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US" sz="2800">
                <a:latin typeface="Open Sans"/>
                <a:ea typeface="Open Sans"/>
                <a:cs typeface="Open Sans"/>
                <a:sym typeface="Open Sans"/>
              </a:rPr>
              <a:t>In questa fase, il sistema implementava le funzionalità di base, soddisfacendo parzialmente i requisiti funzionali e non funzionali precedentemente definiti. Il prototipo era già operativo e in grado di svolgere alcune funzionalità più complesse come la scansione di reti tramite Nmap.</a:t>
            </a:r>
            <a:endParaRPr sz="2800">
              <a:latin typeface="Open Sans"/>
              <a:ea typeface="Open Sans"/>
              <a:cs typeface="Open Sans"/>
              <a:sym typeface="Open Sans"/>
            </a:endParaRPr>
          </a:p>
          <a:p>
            <a:pPr indent="0" lvl="0" marL="0" rtl="0" algn="l">
              <a:lnSpc>
                <a:spcPct val="115000"/>
              </a:lnSpc>
              <a:spcBef>
                <a:spcPts val="0"/>
              </a:spcBef>
              <a:spcAft>
                <a:spcPts val="0"/>
              </a:spcAft>
              <a:buNone/>
            </a:pPr>
            <a:r>
              <a:rPr lang="en-US" sz="2800">
                <a:latin typeface="Open Sans"/>
                <a:ea typeface="Open Sans"/>
                <a:cs typeface="Open Sans"/>
                <a:sym typeface="Open Sans"/>
              </a:rPr>
              <a:t>Il problema principale riscontrato è stato il tempo di risposta del modello, soprattutto durante le scansioni i tempi di attesa superavano il minuto, rendendo l’esperienza utente non ottimale.</a:t>
            </a:r>
            <a:endParaRPr sz="2800">
              <a:latin typeface="Open Sans"/>
              <a:ea typeface="Open Sans"/>
              <a:cs typeface="Open Sans"/>
              <a:sym typeface="Open Sans"/>
            </a:endParaRPr>
          </a:p>
        </p:txBody>
      </p:sp>
      <p:sp>
        <p:nvSpPr>
          <p:cNvPr id="583" name="Google Shape;583;p23"/>
          <p:cNvSpPr txBox="1"/>
          <p:nvPr/>
        </p:nvSpPr>
        <p:spPr>
          <a:xfrm>
            <a:off x="9878650" y="2965975"/>
            <a:ext cx="30000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2800">
                <a:solidFill>
                  <a:schemeClr val="lt1"/>
                </a:solidFill>
                <a:latin typeface="Open Sans"/>
                <a:ea typeface="Open Sans"/>
                <a:cs typeface="Open Sans"/>
                <a:sym typeface="Open Sans"/>
              </a:rPr>
              <a:t>29/11/2024</a:t>
            </a:r>
            <a:endParaRPr>
              <a:solidFill>
                <a:schemeClr val="lt1"/>
              </a:solidFill>
            </a:endParaRPr>
          </a:p>
        </p:txBody>
      </p:sp>
      <p:pic>
        <p:nvPicPr>
          <p:cNvPr id="584" name="Google Shape;584;p23"/>
          <p:cNvPicPr preferRelativeResize="0"/>
          <p:nvPr/>
        </p:nvPicPr>
        <p:blipFill>
          <a:blip r:embed="rId8">
            <a:alphaModFix/>
          </a:blip>
          <a:stretch>
            <a:fillRect/>
          </a:stretch>
        </p:blipFill>
        <p:spPr>
          <a:xfrm>
            <a:off x="10691698" y="3788273"/>
            <a:ext cx="7472364" cy="35328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24"/>
          <p:cNvSpPr/>
          <p:nvPr/>
        </p:nvSpPr>
        <p:spPr>
          <a:xfrm rot="5400000">
            <a:off x="16469565" y="8944212"/>
            <a:ext cx="475647" cy="1103822"/>
          </a:xfrm>
          <a:custGeom>
            <a:rect b="b" l="l" r="r" t="t"/>
            <a:pathLst>
              <a:path extrusionOk="0" h="1103822" w="475647">
                <a:moveTo>
                  <a:pt x="0" y="0"/>
                </a:moveTo>
                <a:lnTo>
                  <a:pt x="475647" y="0"/>
                </a:lnTo>
                <a:lnTo>
                  <a:pt x="475647" y="1103823"/>
                </a:lnTo>
                <a:lnTo>
                  <a:pt x="0" y="1103823"/>
                </a:lnTo>
                <a:lnTo>
                  <a:pt x="0" y="0"/>
                </a:lnTo>
                <a:close/>
              </a:path>
            </a:pathLst>
          </a:custGeom>
          <a:blipFill rotWithShape="1">
            <a:blip r:embed="rId3">
              <a:alphaModFix/>
            </a:blip>
            <a:stretch>
              <a:fillRect b="0" l="0" r="0" t="0"/>
            </a:stretch>
          </a:blipFill>
          <a:ln>
            <a:noFill/>
          </a:ln>
        </p:spPr>
      </p:sp>
      <p:sp>
        <p:nvSpPr>
          <p:cNvPr id="590" name="Google Shape;590;p24"/>
          <p:cNvSpPr/>
          <p:nvPr/>
        </p:nvSpPr>
        <p:spPr>
          <a:xfrm rot="-5400000">
            <a:off x="1342788" y="8944212"/>
            <a:ext cx="475647" cy="1103822"/>
          </a:xfrm>
          <a:custGeom>
            <a:rect b="b" l="l" r="r" t="t"/>
            <a:pathLst>
              <a:path extrusionOk="0" h="1103822" w="475647">
                <a:moveTo>
                  <a:pt x="0" y="0"/>
                </a:moveTo>
                <a:lnTo>
                  <a:pt x="475647" y="0"/>
                </a:lnTo>
                <a:lnTo>
                  <a:pt x="475647" y="1103823"/>
                </a:lnTo>
                <a:lnTo>
                  <a:pt x="0" y="1103823"/>
                </a:lnTo>
                <a:lnTo>
                  <a:pt x="0" y="0"/>
                </a:lnTo>
                <a:close/>
              </a:path>
            </a:pathLst>
          </a:custGeom>
          <a:blipFill rotWithShape="1">
            <a:blip r:embed="rId3">
              <a:alphaModFix/>
            </a:blip>
            <a:stretch>
              <a:fillRect b="0" l="0" r="0" t="0"/>
            </a:stretch>
          </a:blipFill>
          <a:ln>
            <a:noFill/>
          </a:ln>
        </p:spPr>
      </p:sp>
      <p:cxnSp>
        <p:nvCxnSpPr>
          <p:cNvPr id="591" name="Google Shape;591;p24"/>
          <p:cNvCxnSpPr/>
          <p:nvPr/>
        </p:nvCxnSpPr>
        <p:spPr>
          <a:xfrm>
            <a:off x="11254989" y="5168632"/>
            <a:ext cx="7291800" cy="0"/>
          </a:xfrm>
          <a:prstGeom prst="straightConnector1">
            <a:avLst/>
          </a:prstGeom>
          <a:noFill/>
          <a:ln cap="flat" cmpd="sng" w="38100">
            <a:solidFill>
              <a:srgbClr val="C2C2C2"/>
            </a:solidFill>
            <a:prstDash val="solid"/>
            <a:round/>
            <a:headEnd len="sm" w="sm" type="none"/>
            <a:tailEnd len="sm" w="sm" type="none"/>
          </a:ln>
        </p:spPr>
      </p:cxnSp>
      <p:cxnSp>
        <p:nvCxnSpPr>
          <p:cNvPr id="592" name="Google Shape;592;p24"/>
          <p:cNvCxnSpPr/>
          <p:nvPr/>
        </p:nvCxnSpPr>
        <p:spPr>
          <a:xfrm>
            <a:off x="15852981" y="2275754"/>
            <a:ext cx="0" cy="6885600"/>
          </a:xfrm>
          <a:prstGeom prst="straightConnector1">
            <a:avLst/>
          </a:prstGeom>
          <a:noFill/>
          <a:ln cap="flat" cmpd="sng" w="38100">
            <a:solidFill>
              <a:srgbClr val="C2C2C2"/>
            </a:solidFill>
            <a:prstDash val="solid"/>
            <a:round/>
            <a:headEnd len="sm" w="sm" type="none"/>
            <a:tailEnd len="sm" w="sm" type="none"/>
          </a:ln>
        </p:spPr>
      </p:cxnSp>
      <p:cxnSp>
        <p:nvCxnSpPr>
          <p:cNvPr id="593" name="Google Shape;593;p24"/>
          <p:cNvCxnSpPr/>
          <p:nvPr/>
        </p:nvCxnSpPr>
        <p:spPr>
          <a:xfrm>
            <a:off x="11254989" y="6348213"/>
            <a:ext cx="7291800" cy="0"/>
          </a:xfrm>
          <a:prstGeom prst="straightConnector1">
            <a:avLst/>
          </a:prstGeom>
          <a:noFill/>
          <a:ln cap="flat" cmpd="sng" w="38100">
            <a:solidFill>
              <a:srgbClr val="C2C2C2"/>
            </a:solidFill>
            <a:prstDash val="solid"/>
            <a:round/>
            <a:headEnd len="sm" w="sm" type="none"/>
            <a:tailEnd len="sm" w="sm" type="none"/>
          </a:ln>
        </p:spPr>
      </p:cxnSp>
      <p:cxnSp>
        <p:nvCxnSpPr>
          <p:cNvPr id="594" name="Google Shape;594;p24"/>
          <p:cNvCxnSpPr/>
          <p:nvPr/>
        </p:nvCxnSpPr>
        <p:spPr>
          <a:xfrm>
            <a:off x="14572884" y="2275754"/>
            <a:ext cx="0" cy="6885600"/>
          </a:xfrm>
          <a:prstGeom prst="straightConnector1">
            <a:avLst/>
          </a:prstGeom>
          <a:noFill/>
          <a:ln cap="flat" cmpd="sng" w="38100">
            <a:solidFill>
              <a:srgbClr val="C2C2C2"/>
            </a:solidFill>
            <a:prstDash val="solid"/>
            <a:round/>
            <a:headEnd len="sm" w="sm" type="none"/>
            <a:tailEnd len="sm" w="sm" type="none"/>
          </a:ln>
        </p:spPr>
      </p:cxnSp>
      <p:cxnSp>
        <p:nvCxnSpPr>
          <p:cNvPr id="595" name="Google Shape;595;p24"/>
          <p:cNvCxnSpPr/>
          <p:nvPr/>
        </p:nvCxnSpPr>
        <p:spPr>
          <a:xfrm>
            <a:off x="11254989" y="7527793"/>
            <a:ext cx="7291800" cy="0"/>
          </a:xfrm>
          <a:prstGeom prst="straightConnector1">
            <a:avLst/>
          </a:prstGeom>
          <a:noFill/>
          <a:ln cap="flat" cmpd="sng" w="38100">
            <a:solidFill>
              <a:srgbClr val="C2C2C2"/>
            </a:solidFill>
            <a:prstDash val="solid"/>
            <a:round/>
            <a:headEnd len="sm" w="sm" type="none"/>
            <a:tailEnd len="sm" w="sm" type="none"/>
          </a:ln>
        </p:spPr>
      </p:cxnSp>
      <p:cxnSp>
        <p:nvCxnSpPr>
          <p:cNvPr id="596" name="Google Shape;596;p24"/>
          <p:cNvCxnSpPr/>
          <p:nvPr/>
        </p:nvCxnSpPr>
        <p:spPr>
          <a:xfrm>
            <a:off x="13292787" y="2275754"/>
            <a:ext cx="0" cy="6885600"/>
          </a:xfrm>
          <a:prstGeom prst="straightConnector1">
            <a:avLst/>
          </a:prstGeom>
          <a:noFill/>
          <a:ln cap="flat" cmpd="sng" w="38100">
            <a:solidFill>
              <a:srgbClr val="C2C2C2"/>
            </a:solidFill>
            <a:prstDash val="solid"/>
            <a:round/>
            <a:headEnd len="sm" w="sm" type="none"/>
            <a:tailEnd len="sm" w="sm" type="none"/>
          </a:ln>
        </p:spPr>
      </p:cxnSp>
      <p:cxnSp>
        <p:nvCxnSpPr>
          <p:cNvPr id="597" name="Google Shape;597;p24"/>
          <p:cNvCxnSpPr/>
          <p:nvPr/>
        </p:nvCxnSpPr>
        <p:spPr>
          <a:xfrm>
            <a:off x="12012690" y="2275754"/>
            <a:ext cx="0" cy="6885600"/>
          </a:xfrm>
          <a:prstGeom prst="straightConnector1">
            <a:avLst/>
          </a:prstGeom>
          <a:noFill/>
          <a:ln cap="flat" cmpd="sng" w="38100">
            <a:solidFill>
              <a:srgbClr val="C2C2C2"/>
            </a:solidFill>
            <a:prstDash val="solid"/>
            <a:round/>
            <a:headEnd len="sm" w="sm" type="none"/>
            <a:tailEnd len="sm" w="sm" type="none"/>
          </a:ln>
        </p:spPr>
      </p:cxnSp>
      <p:cxnSp>
        <p:nvCxnSpPr>
          <p:cNvPr id="598" name="Google Shape;598;p24"/>
          <p:cNvCxnSpPr/>
          <p:nvPr/>
        </p:nvCxnSpPr>
        <p:spPr>
          <a:xfrm>
            <a:off x="11254989" y="2856506"/>
            <a:ext cx="7291800" cy="0"/>
          </a:xfrm>
          <a:prstGeom prst="straightConnector1">
            <a:avLst/>
          </a:prstGeom>
          <a:noFill/>
          <a:ln cap="flat" cmpd="sng" w="38100">
            <a:solidFill>
              <a:srgbClr val="C2C2C2"/>
            </a:solidFill>
            <a:prstDash val="solid"/>
            <a:round/>
            <a:headEnd len="sm" w="sm" type="none"/>
            <a:tailEnd len="sm" w="sm" type="none"/>
          </a:ln>
        </p:spPr>
      </p:cxnSp>
      <p:cxnSp>
        <p:nvCxnSpPr>
          <p:cNvPr id="599" name="Google Shape;599;p24"/>
          <p:cNvCxnSpPr/>
          <p:nvPr/>
        </p:nvCxnSpPr>
        <p:spPr>
          <a:xfrm>
            <a:off x="17827237" y="2275754"/>
            <a:ext cx="0" cy="6550800"/>
          </a:xfrm>
          <a:prstGeom prst="straightConnector1">
            <a:avLst/>
          </a:prstGeom>
          <a:noFill/>
          <a:ln cap="flat" cmpd="sng" w="38100">
            <a:solidFill>
              <a:srgbClr val="C2C2C2"/>
            </a:solidFill>
            <a:prstDash val="solid"/>
            <a:round/>
            <a:headEnd len="sm" w="sm" type="none"/>
            <a:tailEnd len="sm" w="sm" type="none"/>
          </a:ln>
        </p:spPr>
      </p:cxnSp>
      <p:cxnSp>
        <p:nvCxnSpPr>
          <p:cNvPr id="600" name="Google Shape;600;p24"/>
          <p:cNvCxnSpPr/>
          <p:nvPr/>
        </p:nvCxnSpPr>
        <p:spPr>
          <a:xfrm>
            <a:off x="11254989" y="4036086"/>
            <a:ext cx="7291800" cy="0"/>
          </a:xfrm>
          <a:prstGeom prst="straightConnector1">
            <a:avLst/>
          </a:prstGeom>
          <a:noFill/>
          <a:ln cap="flat" cmpd="sng" w="38100">
            <a:solidFill>
              <a:srgbClr val="C2C2C2"/>
            </a:solidFill>
            <a:prstDash val="solid"/>
            <a:round/>
            <a:headEnd len="sm" w="sm" type="none"/>
            <a:tailEnd len="sm" w="sm" type="none"/>
          </a:ln>
        </p:spPr>
      </p:cxnSp>
      <p:cxnSp>
        <p:nvCxnSpPr>
          <p:cNvPr id="601" name="Google Shape;601;p24"/>
          <p:cNvCxnSpPr/>
          <p:nvPr/>
        </p:nvCxnSpPr>
        <p:spPr>
          <a:xfrm>
            <a:off x="16867983" y="2275754"/>
            <a:ext cx="0" cy="6550800"/>
          </a:xfrm>
          <a:prstGeom prst="straightConnector1">
            <a:avLst/>
          </a:prstGeom>
          <a:noFill/>
          <a:ln cap="flat" cmpd="sng" w="38100">
            <a:solidFill>
              <a:srgbClr val="C2C2C2"/>
            </a:solidFill>
            <a:prstDash val="solid"/>
            <a:round/>
            <a:headEnd len="sm" w="sm" type="none"/>
            <a:tailEnd len="sm" w="sm" type="none"/>
          </a:ln>
        </p:spPr>
      </p:cxnSp>
      <p:sp>
        <p:nvSpPr>
          <p:cNvPr id="602" name="Google Shape;602;p24"/>
          <p:cNvSpPr/>
          <p:nvPr/>
        </p:nvSpPr>
        <p:spPr>
          <a:xfrm rot="5400000">
            <a:off x="16469565" y="863609"/>
            <a:ext cx="475647" cy="1103822"/>
          </a:xfrm>
          <a:custGeom>
            <a:rect b="b" l="l" r="r" t="t"/>
            <a:pathLst>
              <a:path extrusionOk="0" h="1103822" w="475647">
                <a:moveTo>
                  <a:pt x="0" y="0"/>
                </a:moveTo>
                <a:lnTo>
                  <a:pt x="475647" y="0"/>
                </a:lnTo>
                <a:lnTo>
                  <a:pt x="475647" y="1103822"/>
                </a:lnTo>
                <a:lnTo>
                  <a:pt x="0" y="1103822"/>
                </a:lnTo>
                <a:lnTo>
                  <a:pt x="0" y="0"/>
                </a:lnTo>
                <a:close/>
              </a:path>
            </a:pathLst>
          </a:custGeom>
          <a:blipFill rotWithShape="1">
            <a:blip r:embed="rId3">
              <a:alphaModFix/>
            </a:blip>
            <a:stretch>
              <a:fillRect b="0" l="0" r="0" t="0"/>
            </a:stretch>
          </a:blipFill>
          <a:ln>
            <a:noFill/>
          </a:ln>
        </p:spPr>
      </p:sp>
      <p:pic>
        <p:nvPicPr>
          <p:cNvPr id="603" name="Google Shape;603;p24"/>
          <p:cNvPicPr preferRelativeResize="0"/>
          <p:nvPr/>
        </p:nvPicPr>
        <p:blipFill>
          <a:blip r:embed="rId4">
            <a:alphaModFix/>
          </a:blip>
          <a:stretch>
            <a:fillRect/>
          </a:stretch>
        </p:blipFill>
        <p:spPr>
          <a:xfrm>
            <a:off x="1304025" y="-842180"/>
            <a:ext cx="1614950" cy="1492604"/>
          </a:xfrm>
          <a:prstGeom prst="rect">
            <a:avLst/>
          </a:prstGeom>
          <a:noFill/>
          <a:ln>
            <a:noFill/>
          </a:ln>
        </p:spPr>
      </p:pic>
      <p:pic>
        <p:nvPicPr>
          <p:cNvPr id="604" name="Google Shape;604;p24"/>
          <p:cNvPicPr preferRelativeResize="0"/>
          <p:nvPr/>
        </p:nvPicPr>
        <p:blipFill>
          <a:blip r:embed="rId5">
            <a:alphaModFix/>
          </a:blip>
          <a:stretch>
            <a:fillRect/>
          </a:stretch>
        </p:blipFill>
        <p:spPr>
          <a:xfrm>
            <a:off x="11283088" y="-49291"/>
            <a:ext cx="7235541" cy="452200"/>
          </a:xfrm>
          <a:prstGeom prst="rect">
            <a:avLst/>
          </a:prstGeom>
          <a:noFill/>
          <a:ln>
            <a:noFill/>
          </a:ln>
        </p:spPr>
      </p:pic>
      <p:pic>
        <p:nvPicPr>
          <p:cNvPr id="605" name="Google Shape;605;p24"/>
          <p:cNvPicPr preferRelativeResize="0"/>
          <p:nvPr/>
        </p:nvPicPr>
        <p:blipFill>
          <a:blip r:embed="rId6">
            <a:alphaModFix/>
          </a:blip>
          <a:stretch>
            <a:fillRect/>
          </a:stretch>
        </p:blipFill>
        <p:spPr>
          <a:xfrm>
            <a:off x="17882984" y="7527834"/>
            <a:ext cx="787100" cy="1488778"/>
          </a:xfrm>
          <a:prstGeom prst="rect">
            <a:avLst/>
          </a:prstGeom>
          <a:noFill/>
          <a:ln>
            <a:noFill/>
          </a:ln>
        </p:spPr>
      </p:pic>
      <p:pic>
        <p:nvPicPr>
          <p:cNvPr id="606" name="Google Shape;606;p24"/>
          <p:cNvPicPr preferRelativeResize="0"/>
          <p:nvPr/>
        </p:nvPicPr>
        <p:blipFill>
          <a:blip r:embed="rId7">
            <a:alphaModFix/>
          </a:blip>
          <a:stretch>
            <a:fillRect/>
          </a:stretch>
        </p:blipFill>
        <p:spPr>
          <a:xfrm>
            <a:off x="7136800" y="1289755"/>
            <a:ext cx="1687100" cy="531803"/>
          </a:xfrm>
          <a:prstGeom prst="rect">
            <a:avLst/>
          </a:prstGeom>
          <a:noFill/>
          <a:ln>
            <a:noFill/>
          </a:ln>
        </p:spPr>
      </p:pic>
      <p:sp>
        <p:nvSpPr>
          <p:cNvPr id="607" name="Google Shape;607;p24"/>
          <p:cNvSpPr/>
          <p:nvPr/>
        </p:nvSpPr>
        <p:spPr>
          <a:xfrm rot="5400000">
            <a:off x="16744890" y="863609"/>
            <a:ext cx="475647" cy="1103822"/>
          </a:xfrm>
          <a:custGeom>
            <a:rect b="b" l="l" r="r" t="t"/>
            <a:pathLst>
              <a:path extrusionOk="0" h="1103822" w="475647">
                <a:moveTo>
                  <a:pt x="0" y="0"/>
                </a:moveTo>
                <a:lnTo>
                  <a:pt x="475647" y="0"/>
                </a:lnTo>
                <a:lnTo>
                  <a:pt x="475647" y="1103822"/>
                </a:lnTo>
                <a:lnTo>
                  <a:pt x="0" y="1103822"/>
                </a:lnTo>
                <a:lnTo>
                  <a:pt x="0" y="0"/>
                </a:lnTo>
                <a:close/>
              </a:path>
            </a:pathLst>
          </a:custGeom>
          <a:blipFill rotWithShape="1">
            <a:blip r:embed="rId3">
              <a:alphaModFix/>
            </a:blip>
            <a:stretch>
              <a:fillRect b="0" l="0" r="0" t="0"/>
            </a:stretch>
          </a:blipFill>
          <a:ln>
            <a:noFill/>
          </a:ln>
        </p:spPr>
      </p:sp>
      <p:grpSp>
        <p:nvGrpSpPr>
          <p:cNvPr id="608" name="Google Shape;608;p24"/>
          <p:cNvGrpSpPr/>
          <p:nvPr/>
        </p:nvGrpSpPr>
        <p:grpSpPr>
          <a:xfrm>
            <a:off x="10339825" y="3802953"/>
            <a:ext cx="7878389" cy="2545252"/>
            <a:chOff x="0" y="-47625"/>
            <a:chExt cx="812800" cy="472200"/>
          </a:xfrm>
        </p:grpSpPr>
        <p:sp>
          <p:nvSpPr>
            <p:cNvPr id="609" name="Google Shape;609;p24"/>
            <p:cNvSpPr/>
            <p:nvPr/>
          </p:nvSpPr>
          <p:spPr>
            <a:xfrm>
              <a:off x="0" y="0"/>
              <a:ext cx="812800" cy="424531"/>
            </a:xfrm>
            <a:custGeom>
              <a:rect b="b" l="l" r="r" t="t"/>
              <a:pathLst>
                <a:path extrusionOk="0" h="424531" w="812800">
                  <a:moveTo>
                    <a:pt x="0" y="0"/>
                  </a:moveTo>
                  <a:lnTo>
                    <a:pt x="812800" y="0"/>
                  </a:lnTo>
                  <a:lnTo>
                    <a:pt x="812800" y="424531"/>
                  </a:lnTo>
                  <a:lnTo>
                    <a:pt x="0" y="424531"/>
                  </a:lnTo>
                  <a:close/>
                </a:path>
              </a:pathLst>
            </a:custGeom>
            <a:solidFill>
              <a:srgbClr val="B62C16"/>
            </a:solidFill>
            <a:ln>
              <a:noFill/>
            </a:ln>
          </p:spPr>
        </p:sp>
        <p:sp>
          <p:nvSpPr>
            <p:cNvPr id="610" name="Google Shape;610;p24"/>
            <p:cNvSpPr txBox="1"/>
            <p:nvPr/>
          </p:nvSpPr>
          <p:spPr>
            <a:xfrm>
              <a:off x="0" y="-47625"/>
              <a:ext cx="812700" cy="4722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11" name="Google Shape;611;p24"/>
          <p:cNvGrpSpPr/>
          <p:nvPr/>
        </p:nvGrpSpPr>
        <p:grpSpPr>
          <a:xfrm>
            <a:off x="780800" y="2692799"/>
            <a:ext cx="11429596" cy="6385683"/>
            <a:chOff x="0" y="-47625"/>
            <a:chExt cx="2486100" cy="1592400"/>
          </a:xfrm>
        </p:grpSpPr>
        <p:sp>
          <p:nvSpPr>
            <p:cNvPr id="612" name="Google Shape;612;p24"/>
            <p:cNvSpPr/>
            <p:nvPr/>
          </p:nvSpPr>
          <p:spPr>
            <a:xfrm>
              <a:off x="0" y="0"/>
              <a:ext cx="2485973" cy="1544725"/>
            </a:xfrm>
            <a:custGeom>
              <a:rect b="b" l="l" r="r" t="t"/>
              <a:pathLst>
                <a:path extrusionOk="0" h="1544725" w="2485973">
                  <a:moveTo>
                    <a:pt x="0" y="0"/>
                  </a:moveTo>
                  <a:lnTo>
                    <a:pt x="2485973" y="0"/>
                  </a:lnTo>
                  <a:lnTo>
                    <a:pt x="2485973" y="1544725"/>
                  </a:lnTo>
                  <a:lnTo>
                    <a:pt x="0" y="1544725"/>
                  </a:lnTo>
                  <a:close/>
                </a:path>
              </a:pathLst>
            </a:custGeom>
            <a:solidFill>
              <a:srgbClr val="EAEAEA"/>
            </a:solidFill>
            <a:ln>
              <a:noFill/>
            </a:ln>
          </p:spPr>
        </p:sp>
        <p:sp>
          <p:nvSpPr>
            <p:cNvPr id="613" name="Google Shape;613;p24"/>
            <p:cNvSpPr txBox="1"/>
            <p:nvPr/>
          </p:nvSpPr>
          <p:spPr>
            <a:xfrm>
              <a:off x="0" y="-47625"/>
              <a:ext cx="2486100" cy="1592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14" name="Google Shape;614;p24"/>
          <p:cNvGrpSpPr/>
          <p:nvPr/>
        </p:nvGrpSpPr>
        <p:grpSpPr>
          <a:xfrm>
            <a:off x="780800" y="913925"/>
            <a:ext cx="11429596" cy="2674950"/>
            <a:chOff x="0" y="-47625"/>
            <a:chExt cx="2486100" cy="704509"/>
          </a:xfrm>
        </p:grpSpPr>
        <p:sp>
          <p:nvSpPr>
            <p:cNvPr id="615" name="Google Shape;615;p24"/>
            <p:cNvSpPr/>
            <p:nvPr/>
          </p:nvSpPr>
          <p:spPr>
            <a:xfrm>
              <a:off x="0" y="0"/>
              <a:ext cx="2485973" cy="656884"/>
            </a:xfrm>
            <a:custGeom>
              <a:rect b="b" l="l" r="r" t="t"/>
              <a:pathLst>
                <a:path extrusionOk="0" h="656884" w="2485973">
                  <a:moveTo>
                    <a:pt x="0" y="0"/>
                  </a:moveTo>
                  <a:lnTo>
                    <a:pt x="2485973" y="0"/>
                  </a:lnTo>
                  <a:lnTo>
                    <a:pt x="2485973" y="656884"/>
                  </a:lnTo>
                  <a:lnTo>
                    <a:pt x="0" y="656884"/>
                  </a:lnTo>
                  <a:close/>
                </a:path>
              </a:pathLst>
            </a:custGeom>
            <a:solidFill>
              <a:srgbClr val="B62C16"/>
            </a:solidFill>
            <a:ln>
              <a:noFill/>
            </a:ln>
          </p:spPr>
        </p:sp>
        <p:sp>
          <p:nvSpPr>
            <p:cNvPr id="616" name="Google Shape;616;p24"/>
            <p:cNvSpPr txBox="1"/>
            <p:nvPr/>
          </p:nvSpPr>
          <p:spPr>
            <a:xfrm>
              <a:off x="0" y="-47625"/>
              <a:ext cx="2486100" cy="704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17" name="Google Shape;617;p24"/>
          <p:cNvSpPr txBox="1"/>
          <p:nvPr/>
        </p:nvSpPr>
        <p:spPr>
          <a:xfrm>
            <a:off x="973562" y="2217509"/>
            <a:ext cx="9438900" cy="1077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7000">
                <a:solidFill>
                  <a:srgbClr val="FFFFFF"/>
                </a:solidFill>
                <a:latin typeface="Archivo Black"/>
                <a:ea typeface="Archivo Black"/>
                <a:cs typeface="Archivo Black"/>
                <a:sym typeface="Archivo Black"/>
              </a:rPr>
              <a:t>Stato attuale</a:t>
            </a:r>
            <a:endParaRPr/>
          </a:p>
        </p:txBody>
      </p:sp>
      <p:sp>
        <p:nvSpPr>
          <p:cNvPr id="618" name="Google Shape;618;p24"/>
          <p:cNvSpPr txBox="1"/>
          <p:nvPr/>
        </p:nvSpPr>
        <p:spPr>
          <a:xfrm>
            <a:off x="973548" y="3691050"/>
            <a:ext cx="11100300" cy="5387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US" sz="2800">
                <a:latin typeface="Open Sans"/>
                <a:ea typeface="Open Sans"/>
                <a:cs typeface="Open Sans"/>
                <a:sym typeface="Open Sans"/>
              </a:rPr>
              <a:t>Dopo aver analizzato attentamente i limiti del prototipo, sono state effettuate numerose migliorie all’esperienza utente.</a:t>
            </a:r>
            <a:endParaRPr sz="2800">
              <a:latin typeface="Open Sans"/>
              <a:ea typeface="Open Sans"/>
              <a:cs typeface="Open Sans"/>
              <a:sym typeface="Open Sans"/>
            </a:endParaRPr>
          </a:p>
          <a:p>
            <a:pPr indent="0" lvl="0" marL="0" rtl="0" algn="l">
              <a:lnSpc>
                <a:spcPct val="115000"/>
              </a:lnSpc>
              <a:spcBef>
                <a:spcPts val="0"/>
              </a:spcBef>
              <a:spcAft>
                <a:spcPts val="0"/>
              </a:spcAft>
              <a:buNone/>
            </a:pPr>
            <a:r>
              <a:rPr lang="en-US" sz="2800">
                <a:latin typeface="Open Sans"/>
                <a:ea typeface="Open Sans"/>
                <a:cs typeface="Open Sans"/>
                <a:sym typeface="Open Sans"/>
              </a:rPr>
              <a:t>Un’interfaccia grafica molto più pulita che permette al modello di formattare le risposte.</a:t>
            </a:r>
            <a:endParaRPr sz="2800">
              <a:latin typeface="Open Sans"/>
              <a:ea typeface="Open Sans"/>
              <a:cs typeface="Open Sans"/>
              <a:sym typeface="Open Sans"/>
            </a:endParaRPr>
          </a:p>
          <a:p>
            <a:pPr indent="0" lvl="0" marL="0" rtl="0" algn="l">
              <a:lnSpc>
                <a:spcPct val="115000"/>
              </a:lnSpc>
              <a:spcBef>
                <a:spcPts val="0"/>
              </a:spcBef>
              <a:spcAft>
                <a:spcPts val="0"/>
              </a:spcAft>
              <a:buNone/>
            </a:pPr>
            <a:r>
              <a:rPr lang="en-US" sz="2800">
                <a:latin typeface="Open Sans"/>
                <a:ea typeface="Open Sans"/>
                <a:cs typeface="Open Sans"/>
                <a:sym typeface="Open Sans"/>
              </a:rPr>
              <a:t>L’aggiunta di un sistema di cronologia in modo che l’utente possa automaticamente ripetere comandi passati più facilmente.</a:t>
            </a:r>
            <a:endParaRPr sz="2800">
              <a:latin typeface="Open Sans"/>
              <a:ea typeface="Open Sans"/>
              <a:cs typeface="Open Sans"/>
              <a:sym typeface="Open Sans"/>
            </a:endParaRPr>
          </a:p>
          <a:p>
            <a:pPr indent="0" lvl="0" marL="0" rtl="0" algn="l">
              <a:lnSpc>
                <a:spcPct val="115000"/>
              </a:lnSpc>
              <a:spcBef>
                <a:spcPts val="0"/>
              </a:spcBef>
              <a:spcAft>
                <a:spcPts val="0"/>
              </a:spcAft>
              <a:buNone/>
            </a:pPr>
            <a:r>
              <a:rPr lang="en-US" sz="2800">
                <a:latin typeface="Open Sans"/>
                <a:ea typeface="Open Sans"/>
                <a:cs typeface="Open Sans"/>
                <a:sym typeface="Open Sans"/>
              </a:rPr>
              <a:t>La completa rivisitazione del sistema che gestiva l’input e l’output del modello, per permette di vedere in tempo reale i messaggi del modello, riducendo notevolmente i tempi di attesa. Oltre a questo sono state aggiunte nuove funzionalità come la ricerca di CVE tramite NVD e resa più efficace l’integrazione con nmap.</a:t>
            </a:r>
            <a:endParaRPr sz="2800">
              <a:latin typeface="Open Sans"/>
              <a:ea typeface="Open Sans"/>
              <a:cs typeface="Open Sans"/>
              <a:sym typeface="Open Sans"/>
            </a:endParaRPr>
          </a:p>
        </p:txBody>
      </p:sp>
      <p:sp>
        <p:nvSpPr>
          <p:cNvPr id="619" name="Google Shape;619;p24"/>
          <p:cNvSpPr txBox="1"/>
          <p:nvPr/>
        </p:nvSpPr>
        <p:spPr>
          <a:xfrm>
            <a:off x="9878650" y="2965975"/>
            <a:ext cx="30000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2800">
                <a:solidFill>
                  <a:schemeClr val="lt1"/>
                </a:solidFill>
                <a:latin typeface="Open Sans"/>
                <a:ea typeface="Open Sans"/>
                <a:cs typeface="Open Sans"/>
                <a:sym typeface="Open Sans"/>
              </a:rPr>
              <a:t>07</a:t>
            </a:r>
            <a:r>
              <a:rPr lang="en-US" sz="2800">
                <a:solidFill>
                  <a:schemeClr val="lt1"/>
                </a:solidFill>
                <a:latin typeface="Open Sans"/>
                <a:ea typeface="Open Sans"/>
                <a:cs typeface="Open Sans"/>
                <a:sym typeface="Open Sans"/>
              </a:rPr>
              <a:t>/01/2025</a:t>
            </a:r>
            <a:endParaRPr>
              <a:solidFill>
                <a:schemeClr val="lt1"/>
              </a:solidFill>
            </a:endParaRPr>
          </a:p>
        </p:txBody>
      </p:sp>
      <p:pic>
        <p:nvPicPr>
          <p:cNvPr id="620" name="Google Shape;620;p24"/>
          <p:cNvPicPr preferRelativeResize="0"/>
          <p:nvPr/>
        </p:nvPicPr>
        <p:blipFill>
          <a:blip r:embed="rId8">
            <a:alphaModFix/>
          </a:blip>
          <a:stretch>
            <a:fillRect/>
          </a:stretch>
        </p:blipFill>
        <p:spPr>
          <a:xfrm>
            <a:off x="11872625" y="4099901"/>
            <a:ext cx="6279626" cy="245608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cxnSp>
        <p:nvCxnSpPr>
          <p:cNvPr id="625" name="Google Shape;625;p25"/>
          <p:cNvCxnSpPr/>
          <p:nvPr/>
        </p:nvCxnSpPr>
        <p:spPr>
          <a:xfrm>
            <a:off x="-280810" y="8415369"/>
            <a:ext cx="5163300" cy="0"/>
          </a:xfrm>
          <a:prstGeom prst="straightConnector1">
            <a:avLst/>
          </a:prstGeom>
          <a:noFill/>
          <a:ln cap="flat" cmpd="sng" w="28575">
            <a:solidFill>
              <a:srgbClr val="C2C2C2"/>
            </a:solidFill>
            <a:prstDash val="solid"/>
            <a:round/>
            <a:headEnd len="sm" w="sm" type="none"/>
            <a:tailEnd len="sm" w="sm" type="none"/>
          </a:ln>
        </p:spPr>
      </p:cxnSp>
      <p:cxnSp>
        <p:nvCxnSpPr>
          <p:cNvPr id="626" name="Google Shape;626;p25"/>
          <p:cNvCxnSpPr/>
          <p:nvPr/>
        </p:nvCxnSpPr>
        <p:spPr>
          <a:xfrm>
            <a:off x="-280810" y="9220674"/>
            <a:ext cx="5163300" cy="0"/>
          </a:xfrm>
          <a:prstGeom prst="straightConnector1">
            <a:avLst/>
          </a:prstGeom>
          <a:noFill/>
          <a:ln cap="flat" cmpd="sng" w="28575">
            <a:solidFill>
              <a:srgbClr val="C2C2C2"/>
            </a:solidFill>
            <a:prstDash val="solid"/>
            <a:round/>
            <a:headEnd len="sm" w="sm" type="none"/>
            <a:tailEnd len="sm" w="sm" type="none"/>
          </a:ln>
        </p:spPr>
      </p:cxnSp>
      <p:cxnSp>
        <p:nvCxnSpPr>
          <p:cNvPr id="627" name="Google Shape;627;p25"/>
          <p:cNvCxnSpPr/>
          <p:nvPr/>
        </p:nvCxnSpPr>
        <p:spPr>
          <a:xfrm>
            <a:off x="-10" y="10025979"/>
            <a:ext cx="5163300" cy="0"/>
          </a:xfrm>
          <a:prstGeom prst="straightConnector1">
            <a:avLst/>
          </a:prstGeom>
          <a:noFill/>
          <a:ln cap="flat" cmpd="sng" w="28575">
            <a:solidFill>
              <a:srgbClr val="C2C2C2"/>
            </a:solidFill>
            <a:prstDash val="solid"/>
            <a:round/>
            <a:headEnd len="sm" w="sm" type="none"/>
            <a:tailEnd len="sm" w="sm" type="none"/>
          </a:ln>
        </p:spPr>
      </p:cxnSp>
      <p:cxnSp>
        <p:nvCxnSpPr>
          <p:cNvPr id="628" name="Google Shape;628;p25"/>
          <p:cNvCxnSpPr/>
          <p:nvPr/>
        </p:nvCxnSpPr>
        <p:spPr>
          <a:xfrm>
            <a:off x="1162151" y="8241211"/>
            <a:ext cx="0" cy="4389900"/>
          </a:xfrm>
          <a:prstGeom prst="straightConnector1">
            <a:avLst/>
          </a:prstGeom>
          <a:noFill/>
          <a:ln cap="flat" cmpd="sng" w="28575">
            <a:solidFill>
              <a:srgbClr val="C2C2C2"/>
            </a:solidFill>
            <a:prstDash val="solid"/>
            <a:round/>
            <a:headEnd len="sm" w="sm" type="none"/>
            <a:tailEnd len="sm" w="sm" type="none"/>
          </a:ln>
        </p:spPr>
      </p:cxnSp>
      <p:cxnSp>
        <p:nvCxnSpPr>
          <p:cNvPr id="629" name="Google Shape;629;p25"/>
          <p:cNvCxnSpPr/>
          <p:nvPr/>
        </p:nvCxnSpPr>
        <p:spPr>
          <a:xfrm>
            <a:off x="271767" y="8241211"/>
            <a:ext cx="0" cy="4389900"/>
          </a:xfrm>
          <a:prstGeom prst="straightConnector1">
            <a:avLst/>
          </a:prstGeom>
          <a:noFill/>
          <a:ln cap="flat" cmpd="sng" w="28575">
            <a:solidFill>
              <a:srgbClr val="C2C2C2"/>
            </a:solidFill>
            <a:prstDash val="solid"/>
            <a:round/>
            <a:headEnd len="sm" w="sm" type="none"/>
            <a:tailEnd len="sm" w="sm" type="none"/>
          </a:ln>
        </p:spPr>
      </p:cxnSp>
      <p:pic>
        <p:nvPicPr>
          <p:cNvPr id="630" name="Google Shape;630;p25"/>
          <p:cNvPicPr preferRelativeResize="0"/>
          <p:nvPr/>
        </p:nvPicPr>
        <p:blipFill>
          <a:blip r:embed="rId3">
            <a:alphaModFix/>
          </a:blip>
          <a:stretch>
            <a:fillRect/>
          </a:stretch>
        </p:blipFill>
        <p:spPr>
          <a:xfrm>
            <a:off x="271775" y="1"/>
            <a:ext cx="787100" cy="1488809"/>
          </a:xfrm>
          <a:prstGeom prst="rect">
            <a:avLst/>
          </a:prstGeom>
          <a:noFill/>
          <a:ln>
            <a:noFill/>
          </a:ln>
        </p:spPr>
      </p:pic>
      <p:pic>
        <p:nvPicPr>
          <p:cNvPr id="631" name="Google Shape;631;p25"/>
          <p:cNvPicPr preferRelativeResize="0"/>
          <p:nvPr/>
        </p:nvPicPr>
        <p:blipFill>
          <a:blip r:embed="rId4">
            <a:alphaModFix/>
          </a:blip>
          <a:stretch>
            <a:fillRect/>
          </a:stretch>
        </p:blipFill>
        <p:spPr>
          <a:xfrm>
            <a:off x="1766975" y="1"/>
            <a:ext cx="7333377" cy="452225"/>
          </a:xfrm>
          <a:prstGeom prst="rect">
            <a:avLst/>
          </a:prstGeom>
          <a:noFill/>
          <a:ln>
            <a:noFill/>
          </a:ln>
        </p:spPr>
      </p:pic>
      <p:pic>
        <p:nvPicPr>
          <p:cNvPr id="632" name="Google Shape;632;p25"/>
          <p:cNvPicPr preferRelativeResize="0"/>
          <p:nvPr/>
        </p:nvPicPr>
        <p:blipFill>
          <a:blip r:embed="rId5">
            <a:alphaModFix/>
          </a:blip>
          <a:stretch>
            <a:fillRect/>
          </a:stretch>
        </p:blipFill>
        <p:spPr>
          <a:xfrm>
            <a:off x="599700" y="2551113"/>
            <a:ext cx="16833150" cy="7086850"/>
          </a:xfrm>
          <a:prstGeom prst="rect">
            <a:avLst/>
          </a:prstGeom>
          <a:noFill/>
          <a:ln>
            <a:noFill/>
          </a:ln>
        </p:spPr>
      </p:pic>
      <p:grpSp>
        <p:nvGrpSpPr>
          <p:cNvPr id="633" name="Google Shape;633;p25"/>
          <p:cNvGrpSpPr/>
          <p:nvPr/>
        </p:nvGrpSpPr>
        <p:grpSpPr>
          <a:xfrm>
            <a:off x="7997276" y="173403"/>
            <a:ext cx="10290791" cy="2685927"/>
            <a:chOff x="0" y="-47625"/>
            <a:chExt cx="2710314" cy="707400"/>
          </a:xfrm>
        </p:grpSpPr>
        <p:sp>
          <p:nvSpPr>
            <p:cNvPr id="634" name="Google Shape;634;p25"/>
            <p:cNvSpPr/>
            <p:nvPr/>
          </p:nvSpPr>
          <p:spPr>
            <a:xfrm>
              <a:off x="0" y="0"/>
              <a:ext cx="2710314" cy="659642"/>
            </a:xfrm>
            <a:custGeom>
              <a:rect b="b" l="l" r="r" t="t"/>
              <a:pathLst>
                <a:path extrusionOk="0" h="659642" w="2710314">
                  <a:moveTo>
                    <a:pt x="0" y="0"/>
                  </a:moveTo>
                  <a:lnTo>
                    <a:pt x="2710314" y="0"/>
                  </a:lnTo>
                  <a:lnTo>
                    <a:pt x="2710314" y="659642"/>
                  </a:lnTo>
                  <a:lnTo>
                    <a:pt x="0" y="659642"/>
                  </a:lnTo>
                  <a:close/>
                </a:path>
              </a:pathLst>
            </a:custGeom>
            <a:solidFill>
              <a:srgbClr val="B62C16"/>
            </a:solidFill>
            <a:ln>
              <a:noFill/>
            </a:ln>
          </p:spPr>
        </p:sp>
        <p:sp>
          <p:nvSpPr>
            <p:cNvPr id="635" name="Google Shape;635;p25"/>
            <p:cNvSpPr txBox="1"/>
            <p:nvPr/>
          </p:nvSpPr>
          <p:spPr>
            <a:xfrm>
              <a:off x="0" y="-47625"/>
              <a:ext cx="2710200" cy="707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pic>
        <p:nvPicPr>
          <p:cNvPr id="636" name="Google Shape;636;p25"/>
          <p:cNvPicPr preferRelativeResize="0"/>
          <p:nvPr/>
        </p:nvPicPr>
        <p:blipFill>
          <a:blip r:embed="rId6">
            <a:alphaModFix/>
          </a:blip>
          <a:stretch>
            <a:fillRect/>
          </a:stretch>
        </p:blipFill>
        <p:spPr>
          <a:xfrm>
            <a:off x="15025450" y="735105"/>
            <a:ext cx="1687100" cy="531803"/>
          </a:xfrm>
          <a:prstGeom prst="rect">
            <a:avLst/>
          </a:prstGeom>
          <a:noFill/>
          <a:ln>
            <a:noFill/>
          </a:ln>
        </p:spPr>
      </p:pic>
      <p:pic>
        <p:nvPicPr>
          <p:cNvPr id="637" name="Google Shape;637;p25"/>
          <p:cNvPicPr preferRelativeResize="0"/>
          <p:nvPr/>
        </p:nvPicPr>
        <p:blipFill>
          <a:blip r:embed="rId7">
            <a:alphaModFix/>
          </a:blip>
          <a:stretch>
            <a:fillRect/>
          </a:stretch>
        </p:blipFill>
        <p:spPr>
          <a:xfrm>
            <a:off x="17911252" y="1880824"/>
            <a:ext cx="787100" cy="1488753"/>
          </a:xfrm>
          <a:prstGeom prst="rect">
            <a:avLst/>
          </a:prstGeom>
          <a:noFill/>
          <a:ln>
            <a:noFill/>
          </a:ln>
        </p:spPr>
      </p:pic>
      <p:pic>
        <p:nvPicPr>
          <p:cNvPr id="638" name="Google Shape;638;p25"/>
          <p:cNvPicPr preferRelativeResize="0"/>
          <p:nvPr/>
        </p:nvPicPr>
        <p:blipFill>
          <a:blip r:embed="rId8">
            <a:alphaModFix/>
          </a:blip>
          <a:stretch>
            <a:fillRect/>
          </a:stretch>
        </p:blipFill>
        <p:spPr>
          <a:xfrm>
            <a:off x="16030525" y="9309729"/>
            <a:ext cx="2053200" cy="1894322"/>
          </a:xfrm>
          <a:prstGeom prst="rect">
            <a:avLst/>
          </a:prstGeom>
          <a:noFill/>
          <a:ln>
            <a:noFill/>
          </a:ln>
        </p:spPr>
      </p:pic>
      <p:pic>
        <p:nvPicPr>
          <p:cNvPr id="639" name="Google Shape;639;p25"/>
          <p:cNvPicPr preferRelativeResize="0"/>
          <p:nvPr/>
        </p:nvPicPr>
        <p:blipFill>
          <a:blip r:embed="rId8">
            <a:alphaModFix/>
          </a:blip>
          <a:stretch>
            <a:fillRect/>
          </a:stretch>
        </p:blipFill>
        <p:spPr>
          <a:xfrm>
            <a:off x="13728025" y="9309729"/>
            <a:ext cx="2053200" cy="1894322"/>
          </a:xfrm>
          <a:prstGeom prst="rect">
            <a:avLst/>
          </a:prstGeom>
          <a:noFill/>
          <a:ln>
            <a:noFill/>
          </a:ln>
        </p:spPr>
      </p:pic>
      <p:sp>
        <p:nvSpPr>
          <p:cNvPr id="640" name="Google Shape;640;p25"/>
          <p:cNvSpPr txBox="1"/>
          <p:nvPr/>
        </p:nvSpPr>
        <p:spPr>
          <a:xfrm>
            <a:off x="8275413" y="533808"/>
            <a:ext cx="8056500" cy="2154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7000">
                <a:solidFill>
                  <a:srgbClr val="FFFFFF"/>
                </a:solidFill>
                <a:latin typeface="Archivo Black"/>
                <a:ea typeface="Archivo Black"/>
                <a:cs typeface="Archivo Black"/>
                <a:sym typeface="Archivo Black"/>
              </a:rPr>
              <a:t>DIAGRAMMA</a:t>
            </a:r>
            <a:endParaRPr sz="7000">
              <a:solidFill>
                <a:srgbClr val="FFFFFF"/>
              </a:solidFill>
              <a:latin typeface="Archivo Black"/>
              <a:ea typeface="Archivo Black"/>
              <a:cs typeface="Archivo Black"/>
              <a:sym typeface="Archivo Black"/>
            </a:endParaRPr>
          </a:p>
          <a:p>
            <a:pPr indent="0" lvl="0" marL="0" marR="0" rtl="0" algn="l">
              <a:lnSpc>
                <a:spcPct val="100000"/>
              </a:lnSpc>
              <a:spcBef>
                <a:spcPts val="0"/>
              </a:spcBef>
              <a:spcAft>
                <a:spcPts val="0"/>
              </a:spcAft>
              <a:buNone/>
            </a:pPr>
            <a:r>
              <a:rPr lang="en-US" sz="7000">
                <a:solidFill>
                  <a:srgbClr val="FFFFFF"/>
                </a:solidFill>
                <a:latin typeface="Archivo Black"/>
                <a:ea typeface="Archivo Black"/>
                <a:cs typeface="Archivo Black"/>
                <a:sym typeface="Archivo Black"/>
              </a:rPr>
              <a:t>dei CASI D’USO</a:t>
            </a:r>
            <a:endParaRPr sz="7000">
              <a:solidFill>
                <a:srgbClr val="FFFFFF"/>
              </a:solidFill>
              <a:latin typeface="Archivo Black"/>
              <a:ea typeface="Archivo Black"/>
              <a:cs typeface="Archivo Black"/>
              <a:sym typeface="Archivo Black"/>
            </a:endParaRPr>
          </a:p>
        </p:txBody>
      </p:sp>
      <p:cxnSp>
        <p:nvCxnSpPr>
          <p:cNvPr id="641" name="Google Shape;641;p25"/>
          <p:cNvCxnSpPr/>
          <p:nvPr/>
        </p:nvCxnSpPr>
        <p:spPr>
          <a:xfrm flipH="1">
            <a:off x="5068300" y="7646425"/>
            <a:ext cx="588300" cy="126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pic>
        <p:nvPicPr>
          <p:cNvPr id="646" name="Google Shape;646;p26"/>
          <p:cNvPicPr preferRelativeResize="0"/>
          <p:nvPr/>
        </p:nvPicPr>
        <p:blipFill>
          <a:blip r:embed="rId3">
            <a:alphaModFix/>
          </a:blip>
          <a:stretch>
            <a:fillRect/>
          </a:stretch>
        </p:blipFill>
        <p:spPr>
          <a:xfrm>
            <a:off x="3027475" y="2956975"/>
            <a:ext cx="9634151" cy="6639385"/>
          </a:xfrm>
          <a:prstGeom prst="rect">
            <a:avLst/>
          </a:prstGeom>
          <a:noFill/>
          <a:ln>
            <a:noFill/>
          </a:ln>
        </p:spPr>
      </p:pic>
      <p:grpSp>
        <p:nvGrpSpPr>
          <p:cNvPr id="647" name="Google Shape;647;p26"/>
          <p:cNvGrpSpPr/>
          <p:nvPr/>
        </p:nvGrpSpPr>
        <p:grpSpPr>
          <a:xfrm>
            <a:off x="13728030" y="954036"/>
            <a:ext cx="7291800" cy="6885675"/>
            <a:chOff x="0" y="0"/>
            <a:chExt cx="9722400" cy="9180900"/>
          </a:xfrm>
        </p:grpSpPr>
        <p:cxnSp>
          <p:nvCxnSpPr>
            <p:cNvPr id="648" name="Google Shape;648;p26"/>
            <p:cNvCxnSpPr/>
            <p:nvPr/>
          </p:nvCxnSpPr>
          <p:spPr>
            <a:xfrm>
              <a:off x="0" y="3857172"/>
              <a:ext cx="9722400" cy="0"/>
            </a:xfrm>
            <a:prstGeom prst="straightConnector1">
              <a:avLst/>
            </a:prstGeom>
            <a:noFill/>
            <a:ln cap="flat" cmpd="sng" w="50800">
              <a:solidFill>
                <a:srgbClr val="C2C2C2"/>
              </a:solidFill>
              <a:prstDash val="solid"/>
              <a:round/>
              <a:headEnd len="sm" w="sm" type="none"/>
              <a:tailEnd len="sm" w="sm" type="none"/>
            </a:ln>
          </p:spPr>
        </p:cxnSp>
        <p:cxnSp>
          <p:nvCxnSpPr>
            <p:cNvPr id="649" name="Google Shape;649;p26"/>
            <p:cNvCxnSpPr/>
            <p:nvPr/>
          </p:nvCxnSpPr>
          <p:spPr>
            <a:xfrm>
              <a:off x="0" y="5429945"/>
              <a:ext cx="9722400" cy="0"/>
            </a:xfrm>
            <a:prstGeom prst="straightConnector1">
              <a:avLst/>
            </a:prstGeom>
            <a:noFill/>
            <a:ln cap="flat" cmpd="sng" w="50800">
              <a:solidFill>
                <a:srgbClr val="C2C2C2"/>
              </a:solidFill>
              <a:prstDash val="solid"/>
              <a:round/>
              <a:headEnd len="sm" w="sm" type="none"/>
              <a:tailEnd len="sm" w="sm" type="none"/>
            </a:ln>
          </p:spPr>
        </p:cxnSp>
        <p:cxnSp>
          <p:nvCxnSpPr>
            <p:cNvPr id="650" name="Google Shape;650;p26"/>
            <p:cNvCxnSpPr/>
            <p:nvPr/>
          </p:nvCxnSpPr>
          <p:spPr>
            <a:xfrm>
              <a:off x="0" y="7002719"/>
              <a:ext cx="9722400" cy="0"/>
            </a:xfrm>
            <a:prstGeom prst="straightConnector1">
              <a:avLst/>
            </a:prstGeom>
            <a:noFill/>
            <a:ln cap="flat" cmpd="sng" w="50800">
              <a:solidFill>
                <a:srgbClr val="C2C2C2"/>
              </a:solidFill>
              <a:prstDash val="solid"/>
              <a:round/>
              <a:headEnd len="sm" w="sm" type="none"/>
              <a:tailEnd len="sm" w="sm" type="none"/>
            </a:ln>
          </p:spPr>
        </p:cxnSp>
        <p:cxnSp>
          <p:nvCxnSpPr>
            <p:cNvPr id="651" name="Google Shape;651;p26"/>
            <p:cNvCxnSpPr/>
            <p:nvPr/>
          </p:nvCxnSpPr>
          <p:spPr>
            <a:xfrm>
              <a:off x="2717064" y="0"/>
              <a:ext cx="0" cy="9180900"/>
            </a:xfrm>
            <a:prstGeom prst="straightConnector1">
              <a:avLst/>
            </a:prstGeom>
            <a:noFill/>
            <a:ln cap="flat" cmpd="sng" w="50800">
              <a:solidFill>
                <a:srgbClr val="C2C2C2"/>
              </a:solidFill>
              <a:prstDash val="solid"/>
              <a:round/>
              <a:headEnd len="sm" w="sm" type="none"/>
              <a:tailEnd len="sm" w="sm" type="none"/>
            </a:ln>
          </p:spPr>
        </p:cxnSp>
        <p:cxnSp>
          <p:nvCxnSpPr>
            <p:cNvPr id="652" name="Google Shape;652;p26"/>
            <p:cNvCxnSpPr/>
            <p:nvPr/>
          </p:nvCxnSpPr>
          <p:spPr>
            <a:xfrm>
              <a:off x="1010268" y="0"/>
              <a:ext cx="0" cy="9180900"/>
            </a:xfrm>
            <a:prstGeom prst="straightConnector1">
              <a:avLst/>
            </a:prstGeom>
            <a:noFill/>
            <a:ln cap="flat" cmpd="sng" w="50800">
              <a:solidFill>
                <a:srgbClr val="C2C2C2"/>
              </a:solidFill>
              <a:prstDash val="solid"/>
              <a:round/>
              <a:headEnd len="sm" w="sm" type="none"/>
              <a:tailEnd len="sm" w="sm" type="none"/>
            </a:ln>
          </p:spPr>
        </p:cxnSp>
      </p:grpSp>
      <p:pic>
        <p:nvPicPr>
          <p:cNvPr id="653" name="Google Shape;653;p26"/>
          <p:cNvPicPr preferRelativeResize="0"/>
          <p:nvPr/>
        </p:nvPicPr>
        <p:blipFill>
          <a:blip r:embed="rId4">
            <a:alphaModFix/>
          </a:blip>
          <a:stretch>
            <a:fillRect/>
          </a:stretch>
        </p:blipFill>
        <p:spPr>
          <a:xfrm>
            <a:off x="13756125" y="3815959"/>
            <a:ext cx="7235541" cy="452200"/>
          </a:xfrm>
          <a:prstGeom prst="rect">
            <a:avLst/>
          </a:prstGeom>
          <a:noFill/>
          <a:ln>
            <a:noFill/>
          </a:ln>
        </p:spPr>
      </p:pic>
      <p:cxnSp>
        <p:nvCxnSpPr>
          <p:cNvPr id="654" name="Google Shape;654;p26"/>
          <p:cNvCxnSpPr/>
          <p:nvPr/>
        </p:nvCxnSpPr>
        <p:spPr>
          <a:xfrm flipH="1" rot="10800000">
            <a:off x="-280809" y="8377569"/>
            <a:ext cx="3360300" cy="37800"/>
          </a:xfrm>
          <a:prstGeom prst="straightConnector1">
            <a:avLst/>
          </a:prstGeom>
          <a:noFill/>
          <a:ln cap="flat" cmpd="sng" w="28575">
            <a:solidFill>
              <a:srgbClr val="C2C2C2"/>
            </a:solidFill>
            <a:prstDash val="solid"/>
            <a:round/>
            <a:headEnd len="sm" w="sm" type="none"/>
            <a:tailEnd len="sm" w="sm" type="none"/>
          </a:ln>
        </p:spPr>
      </p:cxnSp>
      <p:cxnSp>
        <p:nvCxnSpPr>
          <p:cNvPr id="655" name="Google Shape;655;p26"/>
          <p:cNvCxnSpPr/>
          <p:nvPr/>
        </p:nvCxnSpPr>
        <p:spPr>
          <a:xfrm>
            <a:off x="-280809" y="9220674"/>
            <a:ext cx="3467700" cy="3900"/>
          </a:xfrm>
          <a:prstGeom prst="straightConnector1">
            <a:avLst/>
          </a:prstGeom>
          <a:noFill/>
          <a:ln cap="flat" cmpd="sng" w="28575">
            <a:solidFill>
              <a:srgbClr val="C2C2C2"/>
            </a:solidFill>
            <a:prstDash val="solid"/>
            <a:round/>
            <a:headEnd len="sm" w="sm" type="none"/>
            <a:tailEnd len="sm" w="sm" type="none"/>
          </a:ln>
        </p:spPr>
      </p:cxnSp>
      <p:cxnSp>
        <p:nvCxnSpPr>
          <p:cNvPr id="656" name="Google Shape;656;p26"/>
          <p:cNvCxnSpPr/>
          <p:nvPr/>
        </p:nvCxnSpPr>
        <p:spPr>
          <a:xfrm>
            <a:off x="-10" y="10025979"/>
            <a:ext cx="5163300" cy="0"/>
          </a:xfrm>
          <a:prstGeom prst="straightConnector1">
            <a:avLst/>
          </a:prstGeom>
          <a:noFill/>
          <a:ln cap="flat" cmpd="sng" w="28575">
            <a:solidFill>
              <a:srgbClr val="C2C2C2"/>
            </a:solidFill>
            <a:prstDash val="solid"/>
            <a:round/>
            <a:headEnd len="sm" w="sm" type="none"/>
            <a:tailEnd len="sm" w="sm" type="none"/>
          </a:ln>
        </p:spPr>
      </p:cxnSp>
      <p:cxnSp>
        <p:nvCxnSpPr>
          <p:cNvPr id="657" name="Google Shape;657;p26"/>
          <p:cNvCxnSpPr/>
          <p:nvPr/>
        </p:nvCxnSpPr>
        <p:spPr>
          <a:xfrm>
            <a:off x="1162151" y="8241211"/>
            <a:ext cx="0" cy="4389900"/>
          </a:xfrm>
          <a:prstGeom prst="straightConnector1">
            <a:avLst/>
          </a:prstGeom>
          <a:noFill/>
          <a:ln cap="flat" cmpd="sng" w="28575">
            <a:solidFill>
              <a:srgbClr val="C2C2C2"/>
            </a:solidFill>
            <a:prstDash val="solid"/>
            <a:round/>
            <a:headEnd len="sm" w="sm" type="none"/>
            <a:tailEnd len="sm" w="sm" type="none"/>
          </a:ln>
        </p:spPr>
      </p:cxnSp>
      <p:cxnSp>
        <p:nvCxnSpPr>
          <p:cNvPr id="658" name="Google Shape;658;p26"/>
          <p:cNvCxnSpPr/>
          <p:nvPr/>
        </p:nvCxnSpPr>
        <p:spPr>
          <a:xfrm>
            <a:off x="271767" y="8241211"/>
            <a:ext cx="0" cy="4389900"/>
          </a:xfrm>
          <a:prstGeom prst="straightConnector1">
            <a:avLst/>
          </a:prstGeom>
          <a:noFill/>
          <a:ln cap="flat" cmpd="sng" w="28575">
            <a:solidFill>
              <a:srgbClr val="C2C2C2"/>
            </a:solidFill>
            <a:prstDash val="solid"/>
            <a:round/>
            <a:headEnd len="sm" w="sm" type="none"/>
            <a:tailEnd len="sm" w="sm" type="none"/>
          </a:ln>
        </p:spPr>
      </p:cxnSp>
      <p:pic>
        <p:nvPicPr>
          <p:cNvPr id="659" name="Google Shape;659;p26"/>
          <p:cNvPicPr preferRelativeResize="0"/>
          <p:nvPr/>
        </p:nvPicPr>
        <p:blipFill>
          <a:blip r:embed="rId5">
            <a:alphaModFix/>
          </a:blip>
          <a:stretch>
            <a:fillRect/>
          </a:stretch>
        </p:blipFill>
        <p:spPr>
          <a:xfrm>
            <a:off x="271775" y="-518287"/>
            <a:ext cx="787100" cy="1488809"/>
          </a:xfrm>
          <a:prstGeom prst="rect">
            <a:avLst/>
          </a:prstGeom>
          <a:noFill/>
          <a:ln>
            <a:noFill/>
          </a:ln>
        </p:spPr>
      </p:pic>
      <p:pic>
        <p:nvPicPr>
          <p:cNvPr id="660" name="Google Shape;660;p26"/>
          <p:cNvPicPr preferRelativeResize="0"/>
          <p:nvPr/>
        </p:nvPicPr>
        <p:blipFill>
          <a:blip r:embed="rId6">
            <a:alphaModFix/>
          </a:blip>
          <a:stretch>
            <a:fillRect/>
          </a:stretch>
        </p:blipFill>
        <p:spPr>
          <a:xfrm>
            <a:off x="1967200" y="14"/>
            <a:ext cx="7333377" cy="452225"/>
          </a:xfrm>
          <a:prstGeom prst="rect">
            <a:avLst/>
          </a:prstGeom>
          <a:noFill/>
          <a:ln>
            <a:noFill/>
          </a:ln>
        </p:spPr>
      </p:pic>
      <p:grpSp>
        <p:nvGrpSpPr>
          <p:cNvPr id="661" name="Google Shape;661;p26"/>
          <p:cNvGrpSpPr/>
          <p:nvPr/>
        </p:nvGrpSpPr>
        <p:grpSpPr>
          <a:xfrm>
            <a:off x="7997276" y="173403"/>
            <a:ext cx="10290791" cy="2685927"/>
            <a:chOff x="0" y="-47625"/>
            <a:chExt cx="2710314" cy="707400"/>
          </a:xfrm>
        </p:grpSpPr>
        <p:sp>
          <p:nvSpPr>
            <p:cNvPr id="662" name="Google Shape;662;p26"/>
            <p:cNvSpPr/>
            <p:nvPr/>
          </p:nvSpPr>
          <p:spPr>
            <a:xfrm>
              <a:off x="0" y="0"/>
              <a:ext cx="2710314" cy="659642"/>
            </a:xfrm>
            <a:custGeom>
              <a:rect b="b" l="l" r="r" t="t"/>
              <a:pathLst>
                <a:path extrusionOk="0" h="659642" w="2710314">
                  <a:moveTo>
                    <a:pt x="0" y="0"/>
                  </a:moveTo>
                  <a:lnTo>
                    <a:pt x="2710314" y="0"/>
                  </a:lnTo>
                  <a:lnTo>
                    <a:pt x="2710314" y="659642"/>
                  </a:lnTo>
                  <a:lnTo>
                    <a:pt x="0" y="659642"/>
                  </a:lnTo>
                  <a:close/>
                </a:path>
              </a:pathLst>
            </a:custGeom>
            <a:solidFill>
              <a:srgbClr val="B62C16"/>
            </a:solidFill>
            <a:ln>
              <a:noFill/>
            </a:ln>
          </p:spPr>
        </p:sp>
        <p:sp>
          <p:nvSpPr>
            <p:cNvPr id="663" name="Google Shape;663;p26"/>
            <p:cNvSpPr txBox="1"/>
            <p:nvPr/>
          </p:nvSpPr>
          <p:spPr>
            <a:xfrm>
              <a:off x="0" y="-47625"/>
              <a:ext cx="2710200" cy="707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pic>
        <p:nvPicPr>
          <p:cNvPr id="664" name="Google Shape;664;p26"/>
          <p:cNvPicPr preferRelativeResize="0"/>
          <p:nvPr/>
        </p:nvPicPr>
        <p:blipFill>
          <a:blip r:embed="rId7">
            <a:alphaModFix/>
          </a:blip>
          <a:stretch>
            <a:fillRect/>
          </a:stretch>
        </p:blipFill>
        <p:spPr>
          <a:xfrm>
            <a:off x="15025450" y="735105"/>
            <a:ext cx="1687100" cy="531803"/>
          </a:xfrm>
          <a:prstGeom prst="rect">
            <a:avLst/>
          </a:prstGeom>
          <a:noFill/>
          <a:ln>
            <a:noFill/>
          </a:ln>
        </p:spPr>
      </p:pic>
      <p:pic>
        <p:nvPicPr>
          <p:cNvPr id="665" name="Google Shape;665;p26"/>
          <p:cNvPicPr preferRelativeResize="0"/>
          <p:nvPr/>
        </p:nvPicPr>
        <p:blipFill>
          <a:blip r:embed="rId8">
            <a:alphaModFix/>
          </a:blip>
          <a:stretch>
            <a:fillRect/>
          </a:stretch>
        </p:blipFill>
        <p:spPr>
          <a:xfrm>
            <a:off x="17911252" y="1880824"/>
            <a:ext cx="787100" cy="1488753"/>
          </a:xfrm>
          <a:prstGeom prst="rect">
            <a:avLst/>
          </a:prstGeom>
          <a:noFill/>
          <a:ln>
            <a:noFill/>
          </a:ln>
        </p:spPr>
      </p:pic>
      <p:pic>
        <p:nvPicPr>
          <p:cNvPr id="666" name="Google Shape;666;p26"/>
          <p:cNvPicPr preferRelativeResize="0"/>
          <p:nvPr/>
        </p:nvPicPr>
        <p:blipFill>
          <a:blip r:embed="rId9">
            <a:alphaModFix/>
          </a:blip>
          <a:stretch>
            <a:fillRect/>
          </a:stretch>
        </p:blipFill>
        <p:spPr>
          <a:xfrm>
            <a:off x="13540100" y="8131654"/>
            <a:ext cx="2053200" cy="1894322"/>
          </a:xfrm>
          <a:prstGeom prst="rect">
            <a:avLst/>
          </a:prstGeom>
          <a:noFill/>
          <a:ln>
            <a:noFill/>
          </a:ln>
        </p:spPr>
      </p:pic>
      <p:pic>
        <p:nvPicPr>
          <p:cNvPr id="667" name="Google Shape;667;p26"/>
          <p:cNvPicPr preferRelativeResize="0"/>
          <p:nvPr/>
        </p:nvPicPr>
        <p:blipFill>
          <a:blip r:embed="rId9">
            <a:alphaModFix/>
          </a:blip>
          <a:stretch>
            <a:fillRect/>
          </a:stretch>
        </p:blipFill>
        <p:spPr>
          <a:xfrm>
            <a:off x="11150025" y="9309729"/>
            <a:ext cx="2053200" cy="1894322"/>
          </a:xfrm>
          <a:prstGeom prst="rect">
            <a:avLst/>
          </a:prstGeom>
          <a:noFill/>
          <a:ln>
            <a:noFill/>
          </a:ln>
        </p:spPr>
      </p:pic>
      <p:sp>
        <p:nvSpPr>
          <p:cNvPr id="668" name="Google Shape;668;p26"/>
          <p:cNvSpPr txBox="1"/>
          <p:nvPr/>
        </p:nvSpPr>
        <p:spPr>
          <a:xfrm>
            <a:off x="8275427" y="533800"/>
            <a:ext cx="9282600" cy="2154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7000">
                <a:solidFill>
                  <a:srgbClr val="FFFFFF"/>
                </a:solidFill>
                <a:latin typeface="Archivo Black"/>
                <a:ea typeface="Archivo Black"/>
                <a:cs typeface="Archivo Black"/>
                <a:sym typeface="Archivo Black"/>
              </a:rPr>
              <a:t>DIAGRAMMA</a:t>
            </a:r>
            <a:endParaRPr sz="7000">
              <a:solidFill>
                <a:srgbClr val="FFFFFF"/>
              </a:solidFill>
              <a:latin typeface="Archivo Black"/>
              <a:ea typeface="Archivo Black"/>
              <a:cs typeface="Archivo Black"/>
              <a:sym typeface="Archivo Black"/>
            </a:endParaRPr>
          </a:p>
          <a:p>
            <a:pPr indent="0" lvl="0" marL="0" marR="0" rtl="0" algn="l">
              <a:lnSpc>
                <a:spcPct val="100000"/>
              </a:lnSpc>
              <a:spcBef>
                <a:spcPts val="0"/>
              </a:spcBef>
              <a:spcAft>
                <a:spcPts val="0"/>
              </a:spcAft>
              <a:buNone/>
            </a:pPr>
            <a:r>
              <a:rPr lang="en-US" sz="7000">
                <a:solidFill>
                  <a:srgbClr val="FFFFFF"/>
                </a:solidFill>
                <a:latin typeface="Archivo Black"/>
                <a:ea typeface="Archivo Black"/>
                <a:cs typeface="Archivo Black"/>
                <a:sym typeface="Archivo Black"/>
              </a:rPr>
              <a:t>delle SEQUENZE</a:t>
            </a:r>
            <a:endParaRPr sz="7000">
              <a:solidFill>
                <a:srgbClr val="FFFFFF"/>
              </a:solidFill>
              <a:latin typeface="Archivo Black"/>
              <a:ea typeface="Archivo Black"/>
              <a:cs typeface="Archivo Black"/>
              <a:sym typeface="Archivo Black"/>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pic>
        <p:nvPicPr>
          <p:cNvPr id="673" name="Google Shape;673;p27"/>
          <p:cNvPicPr preferRelativeResize="0"/>
          <p:nvPr/>
        </p:nvPicPr>
        <p:blipFill>
          <a:blip r:embed="rId3">
            <a:alphaModFix/>
          </a:blip>
          <a:stretch>
            <a:fillRect/>
          </a:stretch>
        </p:blipFill>
        <p:spPr>
          <a:xfrm>
            <a:off x="2167113" y="1611412"/>
            <a:ext cx="13953776" cy="7935999"/>
          </a:xfrm>
          <a:prstGeom prst="rect">
            <a:avLst/>
          </a:prstGeom>
          <a:noFill/>
          <a:ln>
            <a:noFill/>
          </a:ln>
        </p:spPr>
      </p:pic>
      <p:cxnSp>
        <p:nvCxnSpPr>
          <p:cNvPr id="674" name="Google Shape;674;p27"/>
          <p:cNvCxnSpPr/>
          <p:nvPr/>
        </p:nvCxnSpPr>
        <p:spPr>
          <a:xfrm>
            <a:off x="-3489959" y="8455719"/>
            <a:ext cx="5163300" cy="0"/>
          </a:xfrm>
          <a:prstGeom prst="straightConnector1">
            <a:avLst/>
          </a:prstGeom>
          <a:noFill/>
          <a:ln cap="flat" cmpd="sng" w="28575">
            <a:solidFill>
              <a:srgbClr val="C2C2C2"/>
            </a:solidFill>
            <a:prstDash val="solid"/>
            <a:round/>
            <a:headEnd len="sm" w="sm" type="none"/>
            <a:tailEnd len="sm" w="sm" type="none"/>
          </a:ln>
        </p:spPr>
      </p:cxnSp>
      <p:cxnSp>
        <p:nvCxnSpPr>
          <p:cNvPr id="675" name="Google Shape;675;p27"/>
          <p:cNvCxnSpPr/>
          <p:nvPr/>
        </p:nvCxnSpPr>
        <p:spPr>
          <a:xfrm>
            <a:off x="-3076359" y="9202149"/>
            <a:ext cx="5163300" cy="0"/>
          </a:xfrm>
          <a:prstGeom prst="straightConnector1">
            <a:avLst/>
          </a:prstGeom>
          <a:noFill/>
          <a:ln cap="flat" cmpd="sng" w="28575">
            <a:solidFill>
              <a:srgbClr val="C2C2C2"/>
            </a:solidFill>
            <a:prstDash val="solid"/>
            <a:round/>
            <a:headEnd len="sm" w="sm" type="none"/>
            <a:tailEnd len="sm" w="sm" type="none"/>
          </a:ln>
        </p:spPr>
      </p:cxnSp>
      <p:cxnSp>
        <p:nvCxnSpPr>
          <p:cNvPr id="676" name="Google Shape;676;p27"/>
          <p:cNvCxnSpPr/>
          <p:nvPr/>
        </p:nvCxnSpPr>
        <p:spPr>
          <a:xfrm>
            <a:off x="-10" y="10025979"/>
            <a:ext cx="5163300" cy="0"/>
          </a:xfrm>
          <a:prstGeom prst="straightConnector1">
            <a:avLst/>
          </a:prstGeom>
          <a:noFill/>
          <a:ln cap="flat" cmpd="sng" w="28575">
            <a:solidFill>
              <a:srgbClr val="C2C2C2"/>
            </a:solidFill>
            <a:prstDash val="solid"/>
            <a:round/>
            <a:headEnd len="sm" w="sm" type="none"/>
            <a:tailEnd len="sm" w="sm" type="none"/>
          </a:ln>
        </p:spPr>
      </p:cxnSp>
      <p:cxnSp>
        <p:nvCxnSpPr>
          <p:cNvPr id="677" name="Google Shape;677;p27"/>
          <p:cNvCxnSpPr/>
          <p:nvPr/>
        </p:nvCxnSpPr>
        <p:spPr>
          <a:xfrm>
            <a:off x="1162151" y="8241211"/>
            <a:ext cx="0" cy="4389900"/>
          </a:xfrm>
          <a:prstGeom prst="straightConnector1">
            <a:avLst/>
          </a:prstGeom>
          <a:noFill/>
          <a:ln cap="flat" cmpd="sng" w="28575">
            <a:solidFill>
              <a:srgbClr val="C2C2C2"/>
            </a:solidFill>
            <a:prstDash val="solid"/>
            <a:round/>
            <a:headEnd len="sm" w="sm" type="none"/>
            <a:tailEnd len="sm" w="sm" type="none"/>
          </a:ln>
        </p:spPr>
      </p:cxnSp>
      <p:cxnSp>
        <p:nvCxnSpPr>
          <p:cNvPr id="678" name="Google Shape;678;p27"/>
          <p:cNvCxnSpPr/>
          <p:nvPr/>
        </p:nvCxnSpPr>
        <p:spPr>
          <a:xfrm>
            <a:off x="271767" y="8241211"/>
            <a:ext cx="0" cy="4389900"/>
          </a:xfrm>
          <a:prstGeom prst="straightConnector1">
            <a:avLst/>
          </a:prstGeom>
          <a:noFill/>
          <a:ln cap="flat" cmpd="sng" w="28575">
            <a:solidFill>
              <a:srgbClr val="C2C2C2"/>
            </a:solidFill>
            <a:prstDash val="solid"/>
            <a:round/>
            <a:headEnd len="sm" w="sm" type="none"/>
            <a:tailEnd len="sm" w="sm" type="none"/>
          </a:ln>
        </p:spPr>
      </p:cxnSp>
      <p:pic>
        <p:nvPicPr>
          <p:cNvPr id="679" name="Google Shape;679;p27"/>
          <p:cNvPicPr preferRelativeResize="0"/>
          <p:nvPr/>
        </p:nvPicPr>
        <p:blipFill>
          <a:blip r:embed="rId4">
            <a:alphaModFix/>
          </a:blip>
          <a:stretch>
            <a:fillRect/>
          </a:stretch>
        </p:blipFill>
        <p:spPr>
          <a:xfrm>
            <a:off x="271775" y="-1027199"/>
            <a:ext cx="787100" cy="1488809"/>
          </a:xfrm>
          <a:prstGeom prst="rect">
            <a:avLst/>
          </a:prstGeom>
          <a:noFill/>
          <a:ln>
            <a:noFill/>
          </a:ln>
        </p:spPr>
      </p:pic>
      <p:pic>
        <p:nvPicPr>
          <p:cNvPr id="680" name="Google Shape;680;p27"/>
          <p:cNvPicPr preferRelativeResize="0"/>
          <p:nvPr/>
        </p:nvPicPr>
        <p:blipFill>
          <a:blip r:embed="rId5">
            <a:alphaModFix/>
          </a:blip>
          <a:stretch>
            <a:fillRect/>
          </a:stretch>
        </p:blipFill>
        <p:spPr>
          <a:xfrm>
            <a:off x="1766975" y="1"/>
            <a:ext cx="7333377" cy="452225"/>
          </a:xfrm>
          <a:prstGeom prst="rect">
            <a:avLst/>
          </a:prstGeom>
          <a:noFill/>
          <a:ln>
            <a:noFill/>
          </a:ln>
        </p:spPr>
      </p:pic>
      <p:grpSp>
        <p:nvGrpSpPr>
          <p:cNvPr id="681" name="Google Shape;681;p27"/>
          <p:cNvGrpSpPr/>
          <p:nvPr/>
        </p:nvGrpSpPr>
        <p:grpSpPr>
          <a:xfrm>
            <a:off x="7997275" y="173399"/>
            <a:ext cx="10290791" cy="1707451"/>
            <a:chOff x="0" y="-47625"/>
            <a:chExt cx="2710314" cy="707400"/>
          </a:xfrm>
        </p:grpSpPr>
        <p:sp>
          <p:nvSpPr>
            <p:cNvPr id="682" name="Google Shape;682;p27"/>
            <p:cNvSpPr/>
            <p:nvPr/>
          </p:nvSpPr>
          <p:spPr>
            <a:xfrm>
              <a:off x="0" y="0"/>
              <a:ext cx="2710314" cy="659642"/>
            </a:xfrm>
            <a:custGeom>
              <a:rect b="b" l="l" r="r" t="t"/>
              <a:pathLst>
                <a:path extrusionOk="0" h="659642" w="2710314">
                  <a:moveTo>
                    <a:pt x="0" y="0"/>
                  </a:moveTo>
                  <a:lnTo>
                    <a:pt x="2710314" y="0"/>
                  </a:lnTo>
                  <a:lnTo>
                    <a:pt x="2710314" y="659642"/>
                  </a:lnTo>
                  <a:lnTo>
                    <a:pt x="0" y="659642"/>
                  </a:lnTo>
                  <a:close/>
                </a:path>
              </a:pathLst>
            </a:custGeom>
            <a:solidFill>
              <a:srgbClr val="B62C16"/>
            </a:solidFill>
            <a:ln>
              <a:noFill/>
            </a:ln>
          </p:spPr>
        </p:sp>
        <p:sp>
          <p:nvSpPr>
            <p:cNvPr id="683" name="Google Shape;683;p27"/>
            <p:cNvSpPr txBox="1"/>
            <p:nvPr/>
          </p:nvSpPr>
          <p:spPr>
            <a:xfrm>
              <a:off x="0" y="-47625"/>
              <a:ext cx="2710200" cy="707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pic>
        <p:nvPicPr>
          <p:cNvPr id="684" name="Google Shape;684;p27"/>
          <p:cNvPicPr preferRelativeResize="0"/>
          <p:nvPr/>
        </p:nvPicPr>
        <p:blipFill>
          <a:blip r:embed="rId6">
            <a:alphaModFix/>
          </a:blip>
          <a:stretch>
            <a:fillRect/>
          </a:stretch>
        </p:blipFill>
        <p:spPr>
          <a:xfrm>
            <a:off x="15025450" y="735105"/>
            <a:ext cx="1687100" cy="531803"/>
          </a:xfrm>
          <a:prstGeom prst="rect">
            <a:avLst/>
          </a:prstGeom>
          <a:noFill/>
          <a:ln>
            <a:noFill/>
          </a:ln>
        </p:spPr>
      </p:pic>
      <p:pic>
        <p:nvPicPr>
          <p:cNvPr id="685" name="Google Shape;685;p27"/>
          <p:cNvPicPr preferRelativeResize="0"/>
          <p:nvPr/>
        </p:nvPicPr>
        <p:blipFill>
          <a:blip r:embed="rId7">
            <a:alphaModFix/>
          </a:blip>
          <a:stretch>
            <a:fillRect/>
          </a:stretch>
        </p:blipFill>
        <p:spPr>
          <a:xfrm>
            <a:off x="17911277" y="1367024"/>
            <a:ext cx="787100" cy="1488753"/>
          </a:xfrm>
          <a:prstGeom prst="rect">
            <a:avLst/>
          </a:prstGeom>
          <a:noFill/>
          <a:ln>
            <a:noFill/>
          </a:ln>
        </p:spPr>
      </p:pic>
      <p:sp>
        <p:nvSpPr>
          <p:cNvPr id="686" name="Google Shape;686;p27"/>
          <p:cNvSpPr txBox="1"/>
          <p:nvPr/>
        </p:nvSpPr>
        <p:spPr>
          <a:xfrm>
            <a:off x="8275427" y="533800"/>
            <a:ext cx="9282600" cy="1077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7000">
                <a:solidFill>
                  <a:srgbClr val="FFFFFF"/>
                </a:solidFill>
                <a:latin typeface="Archivo Black"/>
                <a:ea typeface="Archivo Black"/>
                <a:cs typeface="Archivo Black"/>
                <a:sym typeface="Archivo Black"/>
              </a:rPr>
              <a:t>Architettura</a:t>
            </a:r>
            <a:endParaRPr sz="7000">
              <a:solidFill>
                <a:srgbClr val="FFFFFF"/>
              </a:solidFill>
              <a:latin typeface="Archivo Black"/>
              <a:ea typeface="Archivo Black"/>
              <a:cs typeface="Archivo Black"/>
              <a:sym typeface="Archivo Black"/>
            </a:endParaRPr>
          </a:p>
        </p:txBody>
      </p:sp>
      <p:pic>
        <p:nvPicPr>
          <p:cNvPr id="687" name="Google Shape;687;p27"/>
          <p:cNvPicPr preferRelativeResize="0"/>
          <p:nvPr/>
        </p:nvPicPr>
        <p:blipFill>
          <a:blip r:embed="rId8">
            <a:alphaModFix/>
          </a:blip>
          <a:stretch>
            <a:fillRect/>
          </a:stretch>
        </p:blipFill>
        <p:spPr>
          <a:xfrm>
            <a:off x="16030525" y="9309729"/>
            <a:ext cx="2053200" cy="1894322"/>
          </a:xfrm>
          <a:prstGeom prst="rect">
            <a:avLst/>
          </a:prstGeom>
          <a:noFill/>
          <a:ln>
            <a:noFill/>
          </a:ln>
        </p:spPr>
      </p:pic>
      <p:pic>
        <p:nvPicPr>
          <p:cNvPr id="688" name="Google Shape;688;p27"/>
          <p:cNvPicPr preferRelativeResize="0"/>
          <p:nvPr/>
        </p:nvPicPr>
        <p:blipFill>
          <a:blip r:embed="rId8">
            <a:alphaModFix/>
          </a:blip>
          <a:stretch>
            <a:fillRect/>
          </a:stretch>
        </p:blipFill>
        <p:spPr>
          <a:xfrm>
            <a:off x="13728025" y="9309729"/>
            <a:ext cx="2053200" cy="189432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grpSp>
        <p:nvGrpSpPr>
          <p:cNvPr id="693" name="Google Shape;693;p28"/>
          <p:cNvGrpSpPr/>
          <p:nvPr/>
        </p:nvGrpSpPr>
        <p:grpSpPr>
          <a:xfrm>
            <a:off x="1028700" y="350229"/>
            <a:ext cx="16230707" cy="9405776"/>
            <a:chOff x="0" y="-47625"/>
            <a:chExt cx="4274726" cy="2477225"/>
          </a:xfrm>
        </p:grpSpPr>
        <p:sp>
          <p:nvSpPr>
            <p:cNvPr id="694" name="Google Shape;694;p28"/>
            <p:cNvSpPr/>
            <p:nvPr/>
          </p:nvSpPr>
          <p:spPr>
            <a:xfrm>
              <a:off x="0" y="0"/>
              <a:ext cx="4274726" cy="2429600"/>
            </a:xfrm>
            <a:custGeom>
              <a:rect b="b" l="l" r="r" t="t"/>
              <a:pathLst>
                <a:path extrusionOk="0" h="2429600" w="4274726">
                  <a:moveTo>
                    <a:pt x="0" y="0"/>
                  </a:moveTo>
                  <a:lnTo>
                    <a:pt x="4274726" y="0"/>
                  </a:lnTo>
                  <a:lnTo>
                    <a:pt x="4274726" y="2429600"/>
                  </a:lnTo>
                  <a:lnTo>
                    <a:pt x="0" y="2429600"/>
                  </a:lnTo>
                  <a:close/>
                </a:path>
              </a:pathLst>
            </a:custGeom>
            <a:solidFill>
              <a:srgbClr val="EAEAEA"/>
            </a:solidFill>
            <a:ln>
              <a:noFill/>
            </a:ln>
          </p:spPr>
        </p:sp>
        <p:sp>
          <p:nvSpPr>
            <p:cNvPr id="695" name="Google Shape;695;p28"/>
            <p:cNvSpPr txBox="1"/>
            <p:nvPr/>
          </p:nvSpPr>
          <p:spPr>
            <a:xfrm>
              <a:off x="0" y="-47625"/>
              <a:ext cx="4274726" cy="2477225"/>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96" name="Google Shape;696;p28"/>
          <p:cNvGrpSpPr/>
          <p:nvPr/>
        </p:nvGrpSpPr>
        <p:grpSpPr>
          <a:xfrm>
            <a:off x="6131256" y="-180826"/>
            <a:ext cx="12156744" cy="2354677"/>
            <a:chOff x="0" y="-47625"/>
            <a:chExt cx="3201776" cy="620162"/>
          </a:xfrm>
        </p:grpSpPr>
        <p:sp>
          <p:nvSpPr>
            <p:cNvPr id="697" name="Google Shape;697;p28"/>
            <p:cNvSpPr/>
            <p:nvPr/>
          </p:nvSpPr>
          <p:spPr>
            <a:xfrm>
              <a:off x="0" y="0"/>
              <a:ext cx="3201776" cy="572537"/>
            </a:xfrm>
            <a:custGeom>
              <a:rect b="b" l="l" r="r" t="t"/>
              <a:pathLst>
                <a:path extrusionOk="0" h="572537" w="3201776">
                  <a:moveTo>
                    <a:pt x="0" y="0"/>
                  </a:moveTo>
                  <a:lnTo>
                    <a:pt x="3201776" y="0"/>
                  </a:lnTo>
                  <a:lnTo>
                    <a:pt x="3201776" y="572537"/>
                  </a:lnTo>
                  <a:lnTo>
                    <a:pt x="0" y="572537"/>
                  </a:lnTo>
                  <a:close/>
                </a:path>
              </a:pathLst>
            </a:custGeom>
            <a:solidFill>
              <a:srgbClr val="B62C16"/>
            </a:solidFill>
            <a:ln>
              <a:noFill/>
            </a:ln>
          </p:spPr>
        </p:sp>
        <p:sp>
          <p:nvSpPr>
            <p:cNvPr id="698" name="Google Shape;698;p28"/>
            <p:cNvSpPr txBox="1"/>
            <p:nvPr/>
          </p:nvSpPr>
          <p:spPr>
            <a:xfrm>
              <a:off x="0" y="-47625"/>
              <a:ext cx="3201776" cy="620162"/>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99" name="Google Shape;699;p28"/>
          <p:cNvSpPr txBox="1"/>
          <p:nvPr/>
        </p:nvSpPr>
        <p:spPr>
          <a:xfrm>
            <a:off x="5280936" y="1152525"/>
            <a:ext cx="7726200" cy="1154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US" sz="7500">
                <a:solidFill>
                  <a:srgbClr val="FFFFFF"/>
                </a:solidFill>
                <a:latin typeface="Archivo Black"/>
                <a:ea typeface="Archivo Black"/>
                <a:cs typeface="Archivo Black"/>
                <a:sym typeface="Archivo Black"/>
              </a:rPr>
              <a:t>FINE</a:t>
            </a:r>
            <a:endParaRPr/>
          </a:p>
        </p:txBody>
      </p:sp>
      <p:sp>
        <p:nvSpPr>
          <p:cNvPr id="700" name="Google Shape;700;p28"/>
          <p:cNvSpPr txBox="1"/>
          <p:nvPr/>
        </p:nvSpPr>
        <p:spPr>
          <a:xfrm>
            <a:off x="3143698" y="4926944"/>
            <a:ext cx="11810400" cy="661800"/>
          </a:xfrm>
          <a:prstGeom prst="rect">
            <a:avLst/>
          </a:prstGeom>
          <a:noFill/>
          <a:ln>
            <a:noFill/>
          </a:ln>
        </p:spPr>
        <p:txBody>
          <a:bodyPr anchorCtr="0" anchor="t" bIns="0" lIns="0" spcFirstLastPara="1" rIns="0" wrap="square" tIns="0">
            <a:spAutoFit/>
          </a:bodyPr>
          <a:lstStyle/>
          <a:p>
            <a:pPr indent="0" lvl="0" marL="0" marR="0" rtl="0" algn="ctr">
              <a:lnSpc>
                <a:spcPct val="130006"/>
              </a:lnSpc>
              <a:spcBef>
                <a:spcPts val="0"/>
              </a:spcBef>
              <a:spcAft>
                <a:spcPts val="0"/>
              </a:spcAft>
              <a:buNone/>
            </a:pPr>
            <a:r>
              <a:rPr lang="en-US" sz="4299">
                <a:latin typeface="Archivo Black"/>
                <a:ea typeface="Archivo Black"/>
                <a:cs typeface="Archivo Black"/>
                <a:sym typeface="Archivo Black"/>
              </a:rPr>
              <a:t>Grazie per l’attenzione!</a:t>
            </a:r>
            <a:endParaRPr>
              <a:latin typeface="Archivo Black"/>
              <a:ea typeface="Archivo Black"/>
              <a:cs typeface="Archivo Black"/>
              <a:sym typeface="Archivo Black"/>
            </a:endParaRPr>
          </a:p>
        </p:txBody>
      </p:sp>
      <p:pic>
        <p:nvPicPr>
          <p:cNvPr id="701" name="Google Shape;701;p28"/>
          <p:cNvPicPr preferRelativeResize="0"/>
          <p:nvPr/>
        </p:nvPicPr>
        <p:blipFill>
          <a:blip r:embed="rId3">
            <a:alphaModFix/>
          </a:blip>
          <a:stretch>
            <a:fillRect/>
          </a:stretch>
        </p:blipFill>
        <p:spPr>
          <a:xfrm>
            <a:off x="380845" y="7592802"/>
            <a:ext cx="1614950" cy="1486973"/>
          </a:xfrm>
          <a:prstGeom prst="rect">
            <a:avLst/>
          </a:prstGeom>
          <a:noFill/>
          <a:ln>
            <a:noFill/>
          </a:ln>
        </p:spPr>
      </p:pic>
      <p:pic>
        <p:nvPicPr>
          <p:cNvPr id="702" name="Google Shape;702;p28"/>
          <p:cNvPicPr preferRelativeResize="0"/>
          <p:nvPr/>
        </p:nvPicPr>
        <p:blipFill>
          <a:blip r:embed="rId4">
            <a:alphaModFix/>
          </a:blip>
          <a:stretch>
            <a:fillRect/>
          </a:stretch>
        </p:blipFill>
        <p:spPr>
          <a:xfrm>
            <a:off x="17400370" y="4308734"/>
            <a:ext cx="787100" cy="1488778"/>
          </a:xfrm>
          <a:prstGeom prst="rect">
            <a:avLst/>
          </a:prstGeom>
          <a:noFill/>
          <a:ln>
            <a:noFill/>
          </a:ln>
        </p:spPr>
      </p:pic>
      <p:pic>
        <p:nvPicPr>
          <p:cNvPr id="703" name="Google Shape;703;p28"/>
          <p:cNvPicPr preferRelativeResize="0"/>
          <p:nvPr/>
        </p:nvPicPr>
        <p:blipFill>
          <a:blip r:embed="rId5">
            <a:alphaModFix/>
          </a:blip>
          <a:stretch>
            <a:fillRect/>
          </a:stretch>
        </p:blipFill>
        <p:spPr>
          <a:xfrm>
            <a:off x="9902875" y="353013"/>
            <a:ext cx="1716325" cy="53972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egal and Illegal drugs Slides   ">
  <a:themeElements>
    <a:clrScheme name="Office">
      <a:dk1>
        <a:srgbClr val="000000"/>
      </a:dk1>
      <a:lt1>
        <a:srgbClr val="FFFFFF"/>
      </a:lt1>
      <a:dk2>
        <a:srgbClr val="B62C16"/>
      </a:dk2>
      <a:lt2>
        <a:srgbClr val="EAEAEA"/>
      </a:lt2>
      <a:accent1>
        <a:srgbClr val="C2C2C2"/>
      </a:accent1>
      <a:accent2>
        <a:srgbClr val="888888"/>
      </a:accent2>
      <a:accent3>
        <a:srgbClr val="FFFFFF"/>
      </a:accent3>
      <a:accent4>
        <a:srgbClr val="B62C16"/>
      </a:accent4>
      <a:accent5>
        <a:srgbClr val="EAEAEA"/>
      </a:accent5>
      <a:accent6>
        <a:srgbClr val="C2C2C2"/>
      </a:accent6>
      <a:hlink>
        <a:srgbClr val="888888"/>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